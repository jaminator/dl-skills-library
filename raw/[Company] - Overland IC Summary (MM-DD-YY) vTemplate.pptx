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>
  <p:sldMasterIdLst>
    <p:sldMasterId id="2147483648" r:id="rId14"/>
  </p:sldMasterIdLst>
  <p:notesMasterIdLst>
    <p:notesMasterId r:id="rId16"/>
  </p:notesMasterIdLst>
  <p:handoutMasterIdLst>
    <p:handoutMasterId r:id="rId17"/>
  </p:handoutMasterIdLst>
  <p:sldIdLst>
    <p:sldId id="2118564196" r:id="rId15"/>
  </p:sldIdLst>
  <p:sldSz cx="9144000" cy="6858000" type="screen4x3"/>
  <p:notesSz cx="6950075" cy="9236075"/>
  <p:custDataLst>
    <p:custData r:id="rId5"/>
    <p:custData r:id="rId6"/>
    <p:custData r:id="rId11"/>
    <p:custData r:id="rId4"/>
    <p:custData r:id="rId2"/>
    <p:custData r:id="rId9"/>
    <p:custData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439E553-B8BA-450A-A9BD-2D226E09BDFE}">
          <p14:sldIdLst>
            <p14:sldId id="2118564196"/>
          </p14:sldIdLst>
        </p14:section>
      </p14:sectionLst>
    </p:ext>
    <p:ext uri="{EFAFB233-063F-42B5-8137-9DF3F51BA10A}">
      <p15:sldGuideLst xmlns:p15="http://schemas.microsoft.com/office/powerpoint/2012/main">
        <p15:guide id="2" orient="horz" pos="3840" userDrawn="1">
          <p15:clr>
            <a:srgbClr val="A4A3A4"/>
          </p15:clr>
        </p15:guide>
        <p15:guide id="3" pos="5568" userDrawn="1">
          <p15:clr>
            <a:srgbClr val="A4A3A4"/>
          </p15:clr>
        </p15:guide>
        <p15:guide id="4" pos="2160" userDrawn="1">
          <p15:clr>
            <a:srgbClr val="A4A3A4"/>
          </p15:clr>
        </p15:guide>
        <p15:guide id="6" pos="168" userDrawn="1">
          <p15:clr>
            <a:srgbClr val="A4A3A4"/>
          </p15:clr>
        </p15:guide>
        <p15:guide id="7" orient="horz" pos="1608" userDrawn="1">
          <p15:clr>
            <a:srgbClr val="A4A3A4"/>
          </p15:clr>
        </p15:guide>
        <p15:guide id="8" orient="horz" pos="4089">
          <p15:clr>
            <a:srgbClr val="A4A3A4"/>
          </p15:clr>
        </p15:guide>
        <p15:guide id="9" pos="5592">
          <p15:clr>
            <a:srgbClr val="A4A3A4"/>
          </p15:clr>
        </p15:guide>
        <p15:guide id="10" pos="172">
          <p15:clr>
            <a:srgbClr val="A4A3A4"/>
          </p15:clr>
        </p15:guide>
        <p15:guide id="11" orient="horz" pos="792" userDrawn="1">
          <p15:clr>
            <a:srgbClr val="A4A3A4"/>
          </p15:clr>
        </p15:guide>
        <p15:guide id="12" orient="horz" pos="3878">
          <p15:clr>
            <a:srgbClr val="A4A3A4"/>
          </p15:clr>
        </p15:guide>
        <p15:guide id="13" orient="horz" pos="548">
          <p15:clr>
            <a:srgbClr val="A4A3A4"/>
          </p15:clr>
        </p15:guide>
        <p15:guide id="14" pos="5585">
          <p15:clr>
            <a:srgbClr val="A4A3A4"/>
          </p15:clr>
        </p15:guide>
        <p15:guide id="15" orient="horz" pos="780">
          <p15:clr>
            <a:srgbClr val="A4A3A4"/>
          </p15:clr>
        </p15:guide>
        <p15:guide id="16" pos="559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66CC"/>
    <a:srgbClr val="E2AE50"/>
    <a:srgbClr val="FDB927"/>
    <a:srgbClr val="F6E6CA"/>
    <a:srgbClr val="E4F0F8"/>
    <a:srgbClr val="D1E5F3"/>
    <a:srgbClr val="D9F0F7"/>
    <a:srgbClr val="DBEBF5"/>
    <a:srgbClr val="D7F1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howGuides="1">
      <p:cViewPr varScale="1">
        <p:scale>
          <a:sx n="66" d="100"/>
          <a:sy n="66" d="100"/>
        </p:scale>
        <p:origin x="0" y="0"/>
      </p:cViewPr>
      <p:guideLst>
        <p:guide orient="horz" pos="3840"/>
        <p:guide pos="5568"/>
        <p:guide pos="2160"/>
        <p:guide pos="168"/>
        <p:guide orient="horz" pos="1608"/>
        <p:guide orient="horz" pos="4089"/>
        <p:guide pos="5592"/>
        <p:guide pos="172"/>
        <p:guide orient="horz" pos="792"/>
        <p:guide orient="horz" pos="3878"/>
        <p:guide orient="horz" pos="548"/>
        <p:guide pos="5585"/>
        <p:guide orient="horz" pos="780"/>
        <p:guide pos="5597"/>
      </p:guideLst>
    </p:cSldViewPr>
  </p:slide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customXml" Target="../customXml/item13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5" Type="http://schemas.openxmlformats.org/officeDocument/2006/relationships/customXml" Target="../customXml/item5.xml"/><Relationship Id="rId15" Type="http://schemas.openxmlformats.org/officeDocument/2006/relationships/slide" Target="slides/slide1.xml"/><Relationship Id="rId10" Type="http://schemas.openxmlformats.org/officeDocument/2006/relationships/customXml" Target="../customXml/item10.xml"/><Relationship Id="rId19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Master" Target="slideMasters/slideMaster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erson, Jamie" userId="e0314b8e-8d9a-4dc2-8089-500b97e5e248" providerId="ADAL" clId="{A97035BE-D374-490F-91CE-A19F85EEB73C}"/>
    <pc:docChg chg="undo custSel modSld">
      <pc:chgData name="Anderson, Jamie" userId="e0314b8e-8d9a-4dc2-8089-500b97e5e248" providerId="ADAL" clId="{A97035BE-D374-490F-91CE-A19F85EEB73C}" dt="2024-10-15T17:05:44.694" v="1621" actId="20577"/>
      <pc:docMkLst>
        <pc:docMk/>
      </pc:docMkLst>
      <pc:sldChg chg="modSp mod">
        <pc:chgData name="Anderson, Jamie" userId="e0314b8e-8d9a-4dc2-8089-500b97e5e248" providerId="ADAL" clId="{A97035BE-D374-490F-91CE-A19F85EEB73C}" dt="2024-10-15T17:05:44.694" v="1621" actId="20577"/>
        <pc:sldMkLst>
          <pc:docMk/>
          <pc:sldMk cId="2532982275" sldId="2118564196"/>
        </pc:sldMkLst>
        <pc:spChg chg="mod">
          <ac:chgData name="Anderson, Jamie" userId="e0314b8e-8d9a-4dc2-8089-500b97e5e248" providerId="ADAL" clId="{A97035BE-D374-490F-91CE-A19F85EEB73C}" dt="2024-10-15T17:00:19.440" v="1275" actId="20577"/>
          <ac:spMkLst>
            <pc:docMk/>
            <pc:sldMk cId="2532982275" sldId="2118564196"/>
            <ac:spMk id="5" creationId="{575D9F24-2C95-F2FF-76E7-487576626EE9}"/>
          </ac:spMkLst>
        </pc:spChg>
        <pc:graphicFrameChg chg="mod modGraphic">
          <ac:chgData name="Anderson, Jamie" userId="e0314b8e-8d9a-4dc2-8089-500b97e5e248" providerId="ADAL" clId="{A97035BE-D374-490F-91CE-A19F85EEB73C}" dt="2024-10-15T17:05:33.992" v="1613"/>
          <ac:graphicFrameMkLst>
            <pc:docMk/>
            <pc:sldMk cId="2532982275" sldId="2118564196"/>
            <ac:graphicFrameMk id="3" creationId="{05878C8A-26A7-E0DF-AA06-390DECF622AF}"/>
          </ac:graphicFrameMkLst>
        </pc:graphicFrameChg>
        <pc:graphicFrameChg chg="mod modGraphic">
          <ac:chgData name="Anderson, Jamie" userId="e0314b8e-8d9a-4dc2-8089-500b97e5e248" providerId="ADAL" clId="{A97035BE-D374-490F-91CE-A19F85EEB73C}" dt="2024-10-15T17:01:45.926" v="1382" actId="20577"/>
          <ac:graphicFrameMkLst>
            <pc:docMk/>
            <pc:sldMk cId="2532982275" sldId="2118564196"/>
            <ac:graphicFrameMk id="4" creationId="{9EA1D125-3D9E-524A-E6E6-C2E718A8DFD6}"/>
          </ac:graphicFrameMkLst>
        </pc:graphicFrameChg>
        <pc:graphicFrameChg chg="mod modGraphic">
          <ac:chgData name="Anderson, Jamie" userId="e0314b8e-8d9a-4dc2-8089-500b97e5e248" providerId="ADAL" clId="{A97035BE-D374-490F-91CE-A19F85EEB73C}" dt="2024-10-15T17:05:44.694" v="1621" actId="20577"/>
          <ac:graphicFrameMkLst>
            <pc:docMk/>
            <pc:sldMk cId="2532982275" sldId="2118564196"/>
            <ac:graphicFrameMk id="14" creationId="{B582538A-C9EE-79A9-A17B-D7B10B6A8D00}"/>
          </ac:graphicFrameMkLst>
        </pc:graphicFrameChg>
      </pc:sldChg>
    </pc:docChg>
  </pc:docChgLst>
  <pc:docChgLst>
    <pc:chgData name="Anderson, Jamie" userId="e0314b8e-8d9a-4dc2-8089-500b97e5e248" providerId="ADAL" clId="{0DA2746E-B110-41F2-ABB8-591AEC112F72}"/>
    <pc:docChg chg="undo custSel modSld modMainMaster">
      <pc:chgData name="Anderson, Jamie" userId="e0314b8e-8d9a-4dc2-8089-500b97e5e248" providerId="ADAL" clId="{0DA2746E-B110-41F2-ABB8-591AEC112F72}" dt="2024-10-09T20:48:19.639" v="2138" actId="1036"/>
      <pc:docMkLst>
        <pc:docMk/>
      </pc:docMkLst>
      <pc:sldChg chg="addSp delSp modSp mod">
        <pc:chgData name="Anderson, Jamie" userId="e0314b8e-8d9a-4dc2-8089-500b97e5e248" providerId="ADAL" clId="{0DA2746E-B110-41F2-ABB8-591AEC112F72}" dt="2024-10-09T20:48:19.639" v="2138" actId="1036"/>
        <pc:sldMkLst>
          <pc:docMk/>
          <pc:sldMk cId="2532982275" sldId="2118564196"/>
        </pc:sldMkLst>
        <pc:spChg chg="add del mod">
          <ac:chgData name="Anderson, Jamie" userId="e0314b8e-8d9a-4dc2-8089-500b97e5e248" providerId="ADAL" clId="{0DA2746E-B110-41F2-ABB8-591AEC112F72}" dt="2024-10-09T20:48:19.639" v="2138" actId="1036"/>
          <ac:spMkLst>
            <pc:docMk/>
            <pc:sldMk cId="2532982275" sldId="2118564196"/>
            <ac:spMk id="5" creationId="{575D9F24-2C95-F2FF-76E7-487576626EE9}"/>
          </ac:spMkLst>
        </pc:spChg>
        <pc:graphicFrameChg chg="mod modGraphic">
          <ac:chgData name="Anderson, Jamie" userId="e0314b8e-8d9a-4dc2-8089-500b97e5e248" providerId="ADAL" clId="{0DA2746E-B110-41F2-ABB8-591AEC112F72}" dt="2024-10-09T20:48:19.639" v="2138" actId="1036"/>
          <ac:graphicFrameMkLst>
            <pc:docMk/>
            <pc:sldMk cId="2532982275" sldId="2118564196"/>
            <ac:graphicFrameMk id="3" creationId="{05878C8A-26A7-E0DF-AA06-390DECF622AF}"/>
          </ac:graphicFrameMkLst>
        </pc:graphicFrameChg>
        <pc:graphicFrameChg chg="mod modGraphic">
          <ac:chgData name="Anderson, Jamie" userId="e0314b8e-8d9a-4dc2-8089-500b97e5e248" providerId="ADAL" clId="{0DA2746E-B110-41F2-ABB8-591AEC112F72}" dt="2024-10-09T20:48:19.639" v="2138" actId="1036"/>
          <ac:graphicFrameMkLst>
            <pc:docMk/>
            <pc:sldMk cId="2532982275" sldId="2118564196"/>
            <ac:graphicFrameMk id="4" creationId="{9EA1D125-3D9E-524A-E6E6-C2E718A8DFD6}"/>
          </ac:graphicFrameMkLst>
        </pc:graphicFrameChg>
        <pc:graphicFrameChg chg="mod modGraphic">
          <ac:chgData name="Anderson, Jamie" userId="e0314b8e-8d9a-4dc2-8089-500b97e5e248" providerId="ADAL" clId="{0DA2746E-B110-41F2-ABB8-591AEC112F72}" dt="2024-10-09T20:48:19.639" v="2138" actId="1036"/>
          <ac:graphicFrameMkLst>
            <pc:docMk/>
            <pc:sldMk cId="2532982275" sldId="2118564196"/>
            <ac:graphicFrameMk id="14" creationId="{B582538A-C9EE-79A9-A17B-D7B10B6A8D00}"/>
          </ac:graphicFrameMkLst>
        </pc:graphicFrameChg>
      </pc:sldChg>
      <pc:sldMasterChg chg="delSp modSp mod">
        <pc:chgData name="Anderson, Jamie" userId="e0314b8e-8d9a-4dc2-8089-500b97e5e248" providerId="ADAL" clId="{0DA2746E-B110-41F2-ABB8-591AEC112F72}" dt="2024-10-09T14:42:21.485" v="973" actId="14100"/>
        <pc:sldMasterMkLst>
          <pc:docMk/>
          <pc:sldMasterMk cId="640302598" sldId="2147483648"/>
        </pc:sldMasterMkLst>
        <pc:spChg chg="mod">
          <ac:chgData name="Anderson, Jamie" userId="e0314b8e-8d9a-4dc2-8089-500b97e5e248" providerId="ADAL" clId="{0DA2746E-B110-41F2-ABB8-591AEC112F72}" dt="2024-10-09T14:41:39.992" v="962" actId="553"/>
          <ac:spMkLst>
            <pc:docMk/>
            <pc:sldMasterMk cId="640302598" sldId="2147483648"/>
            <ac:spMk id="5" creationId="{00000000-0000-0000-0000-000000000000}"/>
          </ac:spMkLst>
        </pc:spChg>
        <pc:spChg chg="mod">
          <ac:chgData name="Anderson, Jamie" userId="e0314b8e-8d9a-4dc2-8089-500b97e5e248" providerId="ADAL" clId="{0DA2746E-B110-41F2-ABB8-591AEC112F72}" dt="2024-10-09T14:42:21.485" v="973" actId="14100"/>
          <ac:spMkLst>
            <pc:docMk/>
            <pc:sldMasterMk cId="640302598" sldId="2147483648"/>
            <ac:spMk id="7" creationId="{00000000-0000-0000-0000-000000000000}"/>
          </ac:spMkLst>
        </pc:spChg>
        <pc:spChg chg="del">
          <ac:chgData name="Anderson, Jamie" userId="e0314b8e-8d9a-4dc2-8089-500b97e5e248" providerId="ADAL" clId="{0DA2746E-B110-41F2-ABB8-591AEC112F72}" dt="2024-10-09T14:41:35.652" v="961" actId="478"/>
          <ac:spMkLst>
            <pc:docMk/>
            <pc:sldMasterMk cId="640302598" sldId="2147483648"/>
            <ac:spMk id="35" creationId="{31FA53EC-B722-EBC1-03E9-EBC734C2BF52}"/>
          </ac:spMkLst>
        </pc:spChg>
        <pc:picChg chg="mod">
          <ac:chgData name="Anderson, Jamie" userId="e0314b8e-8d9a-4dc2-8089-500b97e5e248" providerId="ADAL" clId="{0DA2746E-B110-41F2-ABB8-591AEC112F72}" dt="2024-10-09T14:42:14.985" v="968" actId="555"/>
          <ac:picMkLst>
            <pc:docMk/>
            <pc:sldMasterMk cId="640302598" sldId="2147483648"/>
            <ac:picMk id="8" creationId="{B8AAA8B7-6CE8-8E45-9EBC-35DEBE981E95}"/>
          </ac:picMkLst>
        </pc:picChg>
        <pc:cxnChg chg="del">
          <ac:chgData name="Anderson, Jamie" userId="e0314b8e-8d9a-4dc2-8089-500b97e5e248" providerId="ADAL" clId="{0DA2746E-B110-41F2-ABB8-591AEC112F72}" dt="2024-10-09T14:41:35.652" v="961" actId="478"/>
          <ac:cxnSpMkLst>
            <pc:docMk/>
            <pc:sldMasterMk cId="640302598" sldId="2147483648"/>
            <ac:cxnSpMk id="6" creationId="{E7B5562A-6873-C25D-7C90-E0A1EACCC016}"/>
          </ac:cxnSpMkLst>
        </pc:cxnChg>
      </pc:sldMasterChg>
    </pc:docChg>
  </pc:docChgLst>
  <pc:docChgLst>
    <pc:chgData name="Anderson, Jamie" userId="e0314b8e-8d9a-4dc2-8089-500b97e5e248" providerId="ADAL" clId="{6F98A46F-90FD-457A-9B09-DF47F9408D22}"/>
    <pc:docChg chg="custSel modSld">
      <pc:chgData name="Anderson, Jamie" userId="e0314b8e-8d9a-4dc2-8089-500b97e5e248" providerId="ADAL" clId="{6F98A46F-90FD-457A-9B09-DF47F9408D22}" dt="2024-11-29T21:32:23.846" v="247" actId="20577"/>
      <pc:docMkLst>
        <pc:docMk/>
      </pc:docMkLst>
      <pc:sldChg chg="modSp mod">
        <pc:chgData name="Anderson, Jamie" userId="e0314b8e-8d9a-4dc2-8089-500b97e5e248" providerId="ADAL" clId="{6F98A46F-90FD-457A-9B09-DF47F9408D22}" dt="2024-11-29T21:32:23.846" v="247" actId="20577"/>
        <pc:sldMkLst>
          <pc:docMk/>
          <pc:sldMk cId="2532982275" sldId="2118564196"/>
        </pc:sldMkLst>
        <pc:spChg chg="mod">
          <ac:chgData name="Anderson, Jamie" userId="e0314b8e-8d9a-4dc2-8089-500b97e5e248" providerId="ADAL" clId="{6F98A46F-90FD-457A-9B09-DF47F9408D22}" dt="2024-11-29T21:32:12.464" v="241" actId="20577"/>
          <ac:spMkLst>
            <pc:docMk/>
            <pc:sldMk cId="2532982275" sldId="2118564196"/>
            <ac:spMk id="2" creationId="{CE70090D-5C3F-4D39-D9E6-B245766A713C}"/>
          </ac:spMkLst>
        </pc:spChg>
        <pc:spChg chg="mod">
          <ac:chgData name="Anderson, Jamie" userId="e0314b8e-8d9a-4dc2-8089-500b97e5e248" providerId="ADAL" clId="{6F98A46F-90FD-457A-9B09-DF47F9408D22}" dt="2024-11-29T21:27:18.847" v="4" actId="20577"/>
          <ac:spMkLst>
            <pc:docMk/>
            <pc:sldMk cId="2532982275" sldId="2118564196"/>
            <ac:spMk id="5" creationId="{575D9F24-2C95-F2FF-76E7-487576626EE9}"/>
          </ac:spMkLst>
        </pc:spChg>
        <pc:graphicFrameChg chg="mod modGraphic">
          <ac:chgData name="Anderson, Jamie" userId="e0314b8e-8d9a-4dc2-8089-500b97e5e248" providerId="ADAL" clId="{6F98A46F-90FD-457A-9B09-DF47F9408D22}" dt="2024-11-29T21:32:06.668" v="226" actId="20577"/>
          <ac:graphicFrameMkLst>
            <pc:docMk/>
            <pc:sldMk cId="2532982275" sldId="2118564196"/>
            <ac:graphicFrameMk id="3" creationId="{05878C8A-26A7-E0DF-AA06-390DECF622AF}"/>
          </ac:graphicFrameMkLst>
        </pc:graphicFrameChg>
        <pc:graphicFrameChg chg="modGraphic">
          <ac:chgData name="Anderson, Jamie" userId="e0314b8e-8d9a-4dc2-8089-500b97e5e248" providerId="ADAL" clId="{6F98A46F-90FD-457A-9B09-DF47F9408D22}" dt="2024-11-29T21:32:23.846" v="247" actId="20577"/>
          <ac:graphicFrameMkLst>
            <pc:docMk/>
            <pc:sldMk cId="2532982275" sldId="2118564196"/>
            <ac:graphicFrameMk id="4" creationId="{9EA1D125-3D9E-524A-E6E6-C2E718A8DFD6}"/>
          </ac:graphicFrameMkLst>
        </pc:graphicFrameChg>
        <pc:graphicFrameChg chg="modGraphic">
          <ac:chgData name="Anderson, Jamie" userId="e0314b8e-8d9a-4dc2-8089-500b97e5e248" providerId="ADAL" clId="{6F98A46F-90FD-457A-9B09-DF47F9408D22}" dt="2024-11-29T21:27:55.081" v="28" actId="948"/>
          <ac:graphicFrameMkLst>
            <pc:docMk/>
            <pc:sldMk cId="2532982275" sldId="2118564196"/>
            <ac:graphicFrameMk id="14" creationId="{B582538A-C9EE-79A9-A17B-D7B10B6A8D00}"/>
          </ac:graphicFrameMkLst>
        </pc:graphicFrameChg>
      </pc:sldChg>
    </pc:docChg>
  </pc:docChgLst>
  <pc:docChgLst>
    <pc:chgData name="Anderson, Jamie" userId="e0314b8e-8d9a-4dc2-8089-500b97e5e248" providerId="ADAL" clId="{15D11B94-7800-4259-B5EF-C539A94C2D57}"/>
    <pc:docChg chg="undo custSel modSld">
      <pc:chgData name="Anderson, Jamie" userId="e0314b8e-8d9a-4dc2-8089-500b97e5e248" providerId="ADAL" clId="{15D11B94-7800-4259-B5EF-C539A94C2D57}" dt="2024-10-18T17:27:34.960" v="724" actId="20577"/>
      <pc:docMkLst>
        <pc:docMk/>
      </pc:docMkLst>
      <pc:sldChg chg="modSp mod">
        <pc:chgData name="Anderson, Jamie" userId="e0314b8e-8d9a-4dc2-8089-500b97e5e248" providerId="ADAL" clId="{15D11B94-7800-4259-B5EF-C539A94C2D57}" dt="2024-10-18T17:27:34.960" v="724" actId="20577"/>
        <pc:sldMkLst>
          <pc:docMk/>
          <pc:sldMk cId="2532982275" sldId="2118564196"/>
        </pc:sldMkLst>
        <pc:spChg chg="mod">
          <ac:chgData name="Anderson, Jamie" userId="e0314b8e-8d9a-4dc2-8089-500b97e5e248" providerId="ADAL" clId="{15D11B94-7800-4259-B5EF-C539A94C2D57}" dt="2024-10-18T17:19:35.080" v="10" actId="20577"/>
          <ac:spMkLst>
            <pc:docMk/>
            <pc:sldMk cId="2532982275" sldId="2118564196"/>
            <ac:spMk id="2" creationId="{CE70090D-5C3F-4D39-D9E6-B245766A713C}"/>
          </ac:spMkLst>
        </pc:spChg>
        <pc:spChg chg="mod">
          <ac:chgData name="Anderson, Jamie" userId="e0314b8e-8d9a-4dc2-8089-500b97e5e248" providerId="ADAL" clId="{15D11B94-7800-4259-B5EF-C539A94C2D57}" dt="2024-10-18T17:26:58.903" v="714" actId="20577"/>
          <ac:spMkLst>
            <pc:docMk/>
            <pc:sldMk cId="2532982275" sldId="2118564196"/>
            <ac:spMk id="5" creationId="{575D9F24-2C95-F2FF-76E7-487576626EE9}"/>
          </ac:spMkLst>
        </pc:spChg>
        <pc:graphicFrameChg chg="modGraphic">
          <ac:chgData name="Anderson, Jamie" userId="e0314b8e-8d9a-4dc2-8089-500b97e5e248" providerId="ADAL" clId="{15D11B94-7800-4259-B5EF-C539A94C2D57}" dt="2024-10-18T17:27:34.960" v="724" actId="20577"/>
          <ac:graphicFrameMkLst>
            <pc:docMk/>
            <pc:sldMk cId="2532982275" sldId="2118564196"/>
            <ac:graphicFrameMk id="3" creationId="{05878C8A-26A7-E0DF-AA06-390DECF622AF}"/>
          </ac:graphicFrameMkLst>
        </pc:graphicFrameChg>
        <pc:graphicFrameChg chg="modGraphic">
          <ac:chgData name="Anderson, Jamie" userId="e0314b8e-8d9a-4dc2-8089-500b97e5e248" providerId="ADAL" clId="{15D11B94-7800-4259-B5EF-C539A94C2D57}" dt="2024-10-18T17:24:40.247" v="353" actId="20577"/>
          <ac:graphicFrameMkLst>
            <pc:docMk/>
            <pc:sldMk cId="2532982275" sldId="2118564196"/>
            <ac:graphicFrameMk id="4" creationId="{9EA1D125-3D9E-524A-E6E6-C2E718A8DFD6}"/>
          </ac:graphicFrameMkLst>
        </pc:graphicFrameChg>
        <pc:graphicFrameChg chg="modGraphic">
          <ac:chgData name="Anderson, Jamie" userId="e0314b8e-8d9a-4dc2-8089-500b97e5e248" providerId="ADAL" clId="{15D11B94-7800-4259-B5EF-C539A94C2D57}" dt="2024-10-18T17:26:16.270" v="648" actId="20577"/>
          <ac:graphicFrameMkLst>
            <pc:docMk/>
            <pc:sldMk cId="2532982275" sldId="2118564196"/>
            <ac:graphicFrameMk id="14" creationId="{B582538A-C9EE-79A9-A17B-D7B10B6A8D00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2EEF7F-3083-456D-9444-6608A82AEF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D2565E-0910-7C84-BC8C-D30318486A7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6569F5AE-264D-440B-AF2B-7CF5DDC85377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8AEB6-F90B-A131-B7F8-1C6679BD39B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D51766-1C26-6B81-10EE-8B55A742B39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36768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F2925671-279B-45D9-BF2F-988A04B41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0575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9D3223F7-EC29-4182-9F1D-DB9854A53562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692150"/>
            <a:ext cx="4619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CE638362-80E6-4438-B623-1B2591EEC1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80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8" name="Rectangle 5"/>
          <p:cNvSpPr>
            <a:spLocks noChangeArrowheads="1"/>
          </p:cNvSpPr>
          <p:nvPr userDrawn="1"/>
        </p:nvSpPr>
        <p:spPr bwMode="auto">
          <a:xfrm>
            <a:off x="0" y="2130486"/>
            <a:ext cx="9144000" cy="259702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3321" y="3471460"/>
            <a:ext cx="8275638" cy="284693"/>
          </a:xfrm>
        </p:spPr>
        <p:txBody>
          <a:bodyPr wrap="square" anchor="t">
            <a:spAutoFit/>
          </a:bodyPr>
          <a:lstStyle>
            <a:lvl1pPr algn="ctr">
              <a:defRPr sz="1250" b="1" cap="all" spc="3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477676" y="4834514"/>
            <a:ext cx="8275638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700" spc="0">
                <a:solidFill>
                  <a:schemeClr val="bg1"/>
                </a:solidFill>
              </a:rPr>
              <a:t>Trade Secret and Strictly Confidential. </a:t>
            </a:r>
          </a:p>
        </p:txBody>
      </p:sp>
      <p:pic>
        <p:nvPicPr>
          <p:cNvPr id="1026" name="Picture 2" descr="Overland-Advantage-logo">
            <a:extLst>
              <a:ext uri="{FF2B5EF4-FFF2-40B4-BE49-F238E27FC236}">
                <a16:creationId xmlns:a16="http://schemas.microsoft.com/office/drawing/2014/main" id="{46A8C21F-8814-481B-8FCE-AC3B2BCD09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655" y="2761358"/>
            <a:ext cx="2648691" cy="485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2041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/>
          <p:cNvPicPr>
            <a:picLocks noChangeAspect="1"/>
          </p:cNvPicPr>
          <p:nvPr userDrawn="1"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8" name="Rectangle 5"/>
          <p:cNvSpPr>
            <a:spLocks noChangeArrowheads="1"/>
          </p:cNvSpPr>
          <p:nvPr userDrawn="1"/>
        </p:nvSpPr>
        <p:spPr bwMode="auto">
          <a:xfrm>
            <a:off x="0" y="2130486"/>
            <a:ext cx="9144000" cy="259702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952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8" name="Rectangle 5"/>
          <p:cNvSpPr>
            <a:spLocks noChangeArrowheads="1"/>
          </p:cNvSpPr>
          <p:nvPr userDrawn="1"/>
        </p:nvSpPr>
        <p:spPr bwMode="auto">
          <a:xfrm>
            <a:off x="0" y="2130486"/>
            <a:ext cx="9144000" cy="259702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4181" y="3778354"/>
            <a:ext cx="8275638" cy="284693"/>
          </a:xfrm>
        </p:spPr>
        <p:txBody>
          <a:bodyPr wrap="square" anchor="t">
            <a:spAutoFit/>
          </a:bodyPr>
          <a:lstStyle>
            <a:lvl1pPr algn="ctr">
              <a:defRPr sz="1250" b="1" cap="all" spc="3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4181" y="5141718"/>
            <a:ext cx="8275638" cy="350865"/>
          </a:xfrm>
        </p:spPr>
        <p:txBody>
          <a:bodyPr wrap="square" anchor="t">
            <a:sp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434181" y="4254556"/>
            <a:ext cx="8275638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700" spc="200">
                <a:solidFill>
                  <a:schemeClr val="tx1"/>
                </a:solidFill>
              </a:rPr>
              <a:t>STRICTLY</a:t>
            </a:r>
            <a:r>
              <a:rPr lang="en-US" sz="700" spc="200" baseline="0">
                <a:solidFill>
                  <a:schemeClr val="tx1"/>
                </a:solidFill>
              </a:rPr>
              <a:t> CONFIDENTIAL. NOT FOR DISTRIBUTION.</a:t>
            </a:r>
            <a:endParaRPr lang="en-US" sz="700" spc="200">
              <a:solidFill>
                <a:schemeClr val="tx1"/>
              </a:solidFill>
            </a:endParaRPr>
          </a:p>
        </p:txBody>
      </p:sp>
      <p:grpSp>
        <p:nvGrpSpPr>
          <p:cNvPr id="47" name="Group 46"/>
          <p:cNvGrpSpPr>
            <a:grpSpLocks noChangeAspect="1"/>
          </p:cNvGrpSpPr>
          <p:nvPr userDrawn="1"/>
        </p:nvGrpSpPr>
        <p:grpSpPr>
          <a:xfrm>
            <a:off x="3034815" y="2646214"/>
            <a:ext cx="3074370" cy="859323"/>
            <a:chOff x="72037575" y="14373225"/>
            <a:chExt cx="72982138" cy="20399376"/>
          </a:xfrm>
        </p:grpSpPr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120403938" y="15103475"/>
              <a:ext cx="1293813" cy="2184400"/>
            </a:xfrm>
            <a:custGeom>
              <a:avLst/>
              <a:gdLst>
                <a:gd name="T0" fmla="*/ 0 w 115"/>
                <a:gd name="T1" fmla="*/ 0 h 194"/>
                <a:gd name="T2" fmla="*/ 0 w 115"/>
                <a:gd name="T3" fmla="*/ 185 h 194"/>
                <a:gd name="T4" fmla="*/ 115 w 115"/>
                <a:gd name="T5" fmla="*/ 194 h 194"/>
                <a:gd name="T6" fmla="*/ 115 w 115"/>
                <a:gd name="T7" fmla="*/ 15 h 194"/>
                <a:gd name="T8" fmla="*/ 0 w 115"/>
                <a:gd name="T9" fmla="*/ 0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194">
                  <a:moveTo>
                    <a:pt x="0" y="0"/>
                  </a:moveTo>
                  <a:cubicBezTo>
                    <a:pt x="0" y="185"/>
                    <a:pt x="0" y="185"/>
                    <a:pt x="0" y="185"/>
                  </a:cubicBezTo>
                  <a:cubicBezTo>
                    <a:pt x="39" y="188"/>
                    <a:pt x="77" y="191"/>
                    <a:pt x="115" y="194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77" y="9"/>
                    <a:pt x="39" y="4"/>
                    <a:pt x="0" y="0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7"/>
            <p:cNvSpPr>
              <a:spLocks/>
            </p:cNvSpPr>
            <p:nvPr userDrawn="1"/>
          </p:nvSpPr>
          <p:spPr bwMode="auto">
            <a:xfrm>
              <a:off x="108061125" y="14373225"/>
              <a:ext cx="1293813" cy="2395538"/>
            </a:xfrm>
            <a:custGeom>
              <a:avLst/>
              <a:gdLst>
                <a:gd name="T0" fmla="*/ 58 w 115"/>
                <a:gd name="T1" fmla="*/ 0 h 213"/>
                <a:gd name="T2" fmla="*/ 0 w 115"/>
                <a:gd name="T3" fmla="*/ 1 h 213"/>
                <a:gd name="T4" fmla="*/ 0 w 115"/>
                <a:gd name="T5" fmla="*/ 213 h 213"/>
                <a:gd name="T6" fmla="*/ 58 w 115"/>
                <a:gd name="T7" fmla="*/ 213 h 213"/>
                <a:gd name="T8" fmla="*/ 115 w 115"/>
                <a:gd name="T9" fmla="*/ 213 h 213"/>
                <a:gd name="T10" fmla="*/ 115 w 115"/>
                <a:gd name="T11" fmla="*/ 1 h 213"/>
                <a:gd name="T12" fmla="*/ 58 w 115"/>
                <a:gd name="T13" fmla="*/ 0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5" h="213">
                  <a:moveTo>
                    <a:pt x="58" y="0"/>
                  </a:moveTo>
                  <a:cubicBezTo>
                    <a:pt x="38" y="0"/>
                    <a:pt x="19" y="1"/>
                    <a:pt x="0" y="1"/>
                  </a:cubicBezTo>
                  <a:cubicBezTo>
                    <a:pt x="0" y="213"/>
                    <a:pt x="0" y="213"/>
                    <a:pt x="0" y="213"/>
                  </a:cubicBezTo>
                  <a:cubicBezTo>
                    <a:pt x="19" y="213"/>
                    <a:pt x="38" y="213"/>
                    <a:pt x="58" y="213"/>
                  </a:cubicBezTo>
                  <a:cubicBezTo>
                    <a:pt x="77" y="213"/>
                    <a:pt x="96" y="213"/>
                    <a:pt x="115" y="213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96" y="1"/>
                    <a:pt x="77" y="0"/>
                    <a:pt x="58" y="0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8"/>
            <p:cNvSpPr>
              <a:spLocks/>
            </p:cNvSpPr>
            <p:nvPr userDrawn="1"/>
          </p:nvSpPr>
          <p:spPr bwMode="auto">
            <a:xfrm>
              <a:off x="98194813" y="14833600"/>
              <a:ext cx="1293813" cy="2273300"/>
            </a:xfrm>
            <a:custGeom>
              <a:avLst/>
              <a:gdLst>
                <a:gd name="T0" fmla="*/ 0 w 115"/>
                <a:gd name="T1" fmla="*/ 11 h 202"/>
                <a:gd name="T2" fmla="*/ 0 w 115"/>
                <a:gd name="T3" fmla="*/ 202 h 202"/>
                <a:gd name="T4" fmla="*/ 115 w 115"/>
                <a:gd name="T5" fmla="*/ 195 h 202"/>
                <a:gd name="T6" fmla="*/ 115 w 115"/>
                <a:gd name="T7" fmla="*/ 0 h 202"/>
                <a:gd name="T8" fmla="*/ 0 w 115"/>
                <a:gd name="T9" fmla="*/ 11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202">
                  <a:moveTo>
                    <a:pt x="0" y="11"/>
                  </a:moveTo>
                  <a:cubicBezTo>
                    <a:pt x="0" y="202"/>
                    <a:pt x="0" y="202"/>
                    <a:pt x="0" y="202"/>
                  </a:cubicBezTo>
                  <a:cubicBezTo>
                    <a:pt x="38" y="200"/>
                    <a:pt x="76" y="197"/>
                    <a:pt x="115" y="195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76" y="3"/>
                    <a:pt x="38" y="7"/>
                    <a:pt x="0" y="11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9"/>
            <p:cNvSpPr>
              <a:spLocks/>
            </p:cNvSpPr>
            <p:nvPr userDrawn="1"/>
          </p:nvSpPr>
          <p:spPr bwMode="auto">
            <a:xfrm>
              <a:off x="93256100" y="15441613"/>
              <a:ext cx="1293813" cy="2070100"/>
            </a:xfrm>
            <a:custGeom>
              <a:avLst/>
              <a:gdLst>
                <a:gd name="T0" fmla="*/ 0 w 115"/>
                <a:gd name="T1" fmla="*/ 17 h 184"/>
                <a:gd name="T2" fmla="*/ 0 w 115"/>
                <a:gd name="T3" fmla="*/ 184 h 184"/>
                <a:gd name="T4" fmla="*/ 115 w 115"/>
                <a:gd name="T5" fmla="*/ 173 h 184"/>
                <a:gd name="T6" fmla="*/ 115 w 115"/>
                <a:gd name="T7" fmla="*/ 0 h 184"/>
                <a:gd name="T8" fmla="*/ 0 w 115"/>
                <a:gd name="T9" fmla="*/ 17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184">
                  <a:moveTo>
                    <a:pt x="0" y="17"/>
                  </a:moveTo>
                  <a:cubicBezTo>
                    <a:pt x="0" y="184"/>
                    <a:pt x="0" y="184"/>
                    <a:pt x="0" y="184"/>
                  </a:cubicBezTo>
                  <a:cubicBezTo>
                    <a:pt x="38" y="180"/>
                    <a:pt x="76" y="177"/>
                    <a:pt x="115" y="173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76" y="5"/>
                    <a:pt x="38" y="11"/>
                    <a:pt x="0" y="17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127806450" y="16308388"/>
              <a:ext cx="1293813" cy="1789113"/>
            </a:xfrm>
            <a:custGeom>
              <a:avLst/>
              <a:gdLst>
                <a:gd name="T0" fmla="*/ 0 w 115"/>
                <a:gd name="T1" fmla="*/ 0 h 159"/>
                <a:gd name="T2" fmla="*/ 0 w 115"/>
                <a:gd name="T3" fmla="*/ 144 h 159"/>
                <a:gd name="T4" fmla="*/ 115 w 115"/>
                <a:gd name="T5" fmla="*/ 159 h 159"/>
                <a:gd name="T6" fmla="*/ 115 w 115"/>
                <a:gd name="T7" fmla="*/ 24 h 159"/>
                <a:gd name="T8" fmla="*/ 0 w 115"/>
                <a:gd name="T9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159">
                  <a:moveTo>
                    <a:pt x="0" y="0"/>
                  </a:moveTo>
                  <a:cubicBezTo>
                    <a:pt x="0" y="144"/>
                    <a:pt x="0" y="144"/>
                    <a:pt x="0" y="144"/>
                  </a:cubicBezTo>
                  <a:cubicBezTo>
                    <a:pt x="39" y="148"/>
                    <a:pt x="77" y="153"/>
                    <a:pt x="115" y="159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77" y="15"/>
                    <a:pt x="39" y="7"/>
                    <a:pt x="0" y="0"/>
                  </a:cubicBezTo>
                  <a:close/>
                </a:path>
              </a:pathLst>
            </a:custGeom>
            <a:solidFill>
              <a:srgbClr val="4983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125342650" y="15835313"/>
              <a:ext cx="1293813" cy="1946275"/>
            </a:xfrm>
            <a:custGeom>
              <a:avLst/>
              <a:gdLst>
                <a:gd name="T0" fmla="*/ 0 w 115"/>
                <a:gd name="T1" fmla="*/ 0 h 173"/>
                <a:gd name="T2" fmla="*/ 0 w 115"/>
                <a:gd name="T3" fmla="*/ 160 h 173"/>
                <a:gd name="T4" fmla="*/ 115 w 115"/>
                <a:gd name="T5" fmla="*/ 173 h 173"/>
                <a:gd name="T6" fmla="*/ 115 w 115"/>
                <a:gd name="T7" fmla="*/ 21 h 173"/>
                <a:gd name="T8" fmla="*/ 0 w 115"/>
                <a:gd name="T9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173">
                  <a:moveTo>
                    <a:pt x="0" y="0"/>
                  </a:moveTo>
                  <a:cubicBezTo>
                    <a:pt x="0" y="160"/>
                    <a:pt x="0" y="160"/>
                    <a:pt x="0" y="160"/>
                  </a:cubicBezTo>
                  <a:cubicBezTo>
                    <a:pt x="38" y="164"/>
                    <a:pt x="77" y="168"/>
                    <a:pt x="115" y="173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77" y="14"/>
                    <a:pt x="38" y="7"/>
                    <a:pt x="0" y="0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115465225" y="14620875"/>
              <a:ext cx="1293813" cy="2351088"/>
            </a:xfrm>
            <a:custGeom>
              <a:avLst/>
              <a:gdLst>
                <a:gd name="T0" fmla="*/ 0 w 115"/>
                <a:gd name="T1" fmla="*/ 0 h 209"/>
                <a:gd name="T2" fmla="*/ 0 w 115"/>
                <a:gd name="T3" fmla="*/ 203 h 209"/>
                <a:gd name="T4" fmla="*/ 115 w 115"/>
                <a:gd name="T5" fmla="*/ 209 h 209"/>
                <a:gd name="T6" fmla="*/ 115 w 115"/>
                <a:gd name="T7" fmla="*/ 9 h 209"/>
                <a:gd name="T8" fmla="*/ 0 w 115"/>
                <a:gd name="T9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209">
                  <a:moveTo>
                    <a:pt x="0" y="0"/>
                  </a:moveTo>
                  <a:cubicBezTo>
                    <a:pt x="0" y="203"/>
                    <a:pt x="0" y="203"/>
                    <a:pt x="0" y="203"/>
                  </a:cubicBezTo>
                  <a:cubicBezTo>
                    <a:pt x="39" y="205"/>
                    <a:pt x="77" y="207"/>
                    <a:pt x="115" y="20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77" y="6"/>
                    <a:pt x="39" y="3"/>
                    <a:pt x="0" y="0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103133525" y="14474825"/>
              <a:ext cx="1282700" cy="2384425"/>
            </a:xfrm>
            <a:custGeom>
              <a:avLst/>
              <a:gdLst>
                <a:gd name="T0" fmla="*/ 0 w 114"/>
                <a:gd name="T1" fmla="*/ 6 h 212"/>
                <a:gd name="T2" fmla="*/ 0 w 114"/>
                <a:gd name="T3" fmla="*/ 212 h 212"/>
                <a:gd name="T4" fmla="*/ 114 w 114"/>
                <a:gd name="T5" fmla="*/ 209 h 212"/>
                <a:gd name="T6" fmla="*/ 114 w 114"/>
                <a:gd name="T7" fmla="*/ 0 h 212"/>
                <a:gd name="T8" fmla="*/ 0 w 114"/>
                <a:gd name="T9" fmla="*/ 6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212">
                  <a:moveTo>
                    <a:pt x="0" y="6"/>
                  </a:moveTo>
                  <a:cubicBezTo>
                    <a:pt x="0" y="212"/>
                    <a:pt x="0" y="212"/>
                    <a:pt x="0" y="212"/>
                  </a:cubicBezTo>
                  <a:cubicBezTo>
                    <a:pt x="38" y="211"/>
                    <a:pt x="76" y="210"/>
                    <a:pt x="114" y="209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76" y="2"/>
                    <a:pt x="38" y="4"/>
                    <a:pt x="0" y="6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132745163" y="17445038"/>
              <a:ext cx="1293813" cy="1428750"/>
            </a:xfrm>
            <a:custGeom>
              <a:avLst/>
              <a:gdLst>
                <a:gd name="T0" fmla="*/ 0 w 115"/>
                <a:gd name="T1" fmla="*/ 0 h 127"/>
                <a:gd name="T2" fmla="*/ 0 w 115"/>
                <a:gd name="T3" fmla="*/ 107 h 127"/>
                <a:gd name="T4" fmla="*/ 115 w 115"/>
                <a:gd name="T5" fmla="*/ 127 h 127"/>
                <a:gd name="T6" fmla="*/ 115 w 115"/>
                <a:gd name="T7" fmla="*/ 30 h 127"/>
                <a:gd name="T8" fmla="*/ 0 w 115"/>
                <a:gd name="T9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127">
                  <a:moveTo>
                    <a:pt x="0" y="0"/>
                  </a:moveTo>
                  <a:cubicBezTo>
                    <a:pt x="0" y="107"/>
                    <a:pt x="0" y="107"/>
                    <a:pt x="0" y="107"/>
                  </a:cubicBezTo>
                  <a:cubicBezTo>
                    <a:pt x="39" y="114"/>
                    <a:pt x="77" y="120"/>
                    <a:pt x="115" y="127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77" y="20"/>
                    <a:pt x="39" y="10"/>
                    <a:pt x="0" y="0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135208963" y="18119725"/>
              <a:ext cx="1293813" cy="1238250"/>
            </a:xfrm>
            <a:custGeom>
              <a:avLst/>
              <a:gdLst>
                <a:gd name="T0" fmla="*/ 0 w 115"/>
                <a:gd name="T1" fmla="*/ 0 h 110"/>
                <a:gd name="T2" fmla="*/ 0 w 115"/>
                <a:gd name="T3" fmla="*/ 87 h 110"/>
                <a:gd name="T4" fmla="*/ 115 w 115"/>
                <a:gd name="T5" fmla="*/ 110 h 110"/>
                <a:gd name="T6" fmla="*/ 115 w 115"/>
                <a:gd name="T7" fmla="*/ 34 h 110"/>
                <a:gd name="T8" fmla="*/ 0 w 115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110">
                  <a:moveTo>
                    <a:pt x="0" y="0"/>
                  </a:moveTo>
                  <a:cubicBezTo>
                    <a:pt x="0" y="87"/>
                    <a:pt x="0" y="87"/>
                    <a:pt x="0" y="87"/>
                  </a:cubicBezTo>
                  <a:cubicBezTo>
                    <a:pt x="39" y="94"/>
                    <a:pt x="77" y="102"/>
                    <a:pt x="115" y="110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77" y="22"/>
                    <a:pt x="39" y="11"/>
                    <a:pt x="0" y="0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137683875" y="18873788"/>
              <a:ext cx="1282700" cy="1035050"/>
            </a:xfrm>
            <a:custGeom>
              <a:avLst/>
              <a:gdLst>
                <a:gd name="T0" fmla="*/ 0 w 114"/>
                <a:gd name="T1" fmla="*/ 0 h 92"/>
                <a:gd name="T2" fmla="*/ 0 w 114"/>
                <a:gd name="T3" fmla="*/ 65 h 92"/>
                <a:gd name="T4" fmla="*/ 114 w 114"/>
                <a:gd name="T5" fmla="*/ 92 h 92"/>
                <a:gd name="T6" fmla="*/ 114 w 114"/>
                <a:gd name="T7" fmla="*/ 38 h 92"/>
                <a:gd name="T8" fmla="*/ 0 w 114"/>
                <a:gd name="T9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92">
                  <a:moveTo>
                    <a:pt x="0" y="0"/>
                  </a:moveTo>
                  <a:cubicBezTo>
                    <a:pt x="0" y="65"/>
                    <a:pt x="0" y="65"/>
                    <a:pt x="0" y="65"/>
                  </a:cubicBezTo>
                  <a:cubicBezTo>
                    <a:pt x="38" y="74"/>
                    <a:pt x="77" y="83"/>
                    <a:pt x="114" y="92"/>
                  </a:cubicBezTo>
                  <a:cubicBezTo>
                    <a:pt x="114" y="38"/>
                    <a:pt x="114" y="38"/>
                    <a:pt x="114" y="38"/>
                  </a:cubicBezTo>
                  <a:cubicBezTo>
                    <a:pt x="77" y="25"/>
                    <a:pt x="38" y="12"/>
                    <a:pt x="0" y="0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130281363" y="16837025"/>
              <a:ext cx="1282700" cy="1620838"/>
            </a:xfrm>
            <a:custGeom>
              <a:avLst/>
              <a:gdLst>
                <a:gd name="T0" fmla="*/ 0 w 114"/>
                <a:gd name="T1" fmla="*/ 0 h 144"/>
                <a:gd name="T2" fmla="*/ 0 w 114"/>
                <a:gd name="T3" fmla="*/ 127 h 144"/>
                <a:gd name="T4" fmla="*/ 114 w 114"/>
                <a:gd name="T5" fmla="*/ 144 h 144"/>
                <a:gd name="T6" fmla="*/ 114 w 114"/>
                <a:gd name="T7" fmla="*/ 27 h 144"/>
                <a:gd name="T8" fmla="*/ 0 w 114"/>
                <a:gd name="T9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44">
                  <a:moveTo>
                    <a:pt x="0" y="0"/>
                  </a:moveTo>
                  <a:cubicBezTo>
                    <a:pt x="0" y="127"/>
                    <a:pt x="0" y="127"/>
                    <a:pt x="0" y="127"/>
                  </a:cubicBezTo>
                  <a:cubicBezTo>
                    <a:pt x="38" y="132"/>
                    <a:pt x="76" y="138"/>
                    <a:pt x="114" y="144"/>
                  </a:cubicBezTo>
                  <a:cubicBezTo>
                    <a:pt x="114" y="27"/>
                    <a:pt x="114" y="27"/>
                    <a:pt x="114" y="27"/>
                  </a:cubicBezTo>
                  <a:cubicBezTo>
                    <a:pt x="76" y="18"/>
                    <a:pt x="38" y="9"/>
                    <a:pt x="0" y="0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110536038" y="14395450"/>
              <a:ext cx="1282700" cy="2408238"/>
            </a:xfrm>
            <a:custGeom>
              <a:avLst/>
              <a:gdLst>
                <a:gd name="T0" fmla="*/ 0 w 114"/>
                <a:gd name="T1" fmla="*/ 0 h 214"/>
                <a:gd name="T2" fmla="*/ 0 w 114"/>
                <a:gd name="T3" fmla="*/ 212 h 214"/>
                <a:gd name="T4" fmla="*/ 114 w 114"/>
                <a:gd name="T5" fmla="*/ 214 h 214"/>
                <a:gd name="T6" fmla="*/ 114 w 114"/>
                <a:gd name="T7" fmla="*/ 3 h 214"/>
                <a:gd name="T8" fmla="*/ 0 w 114"/>
                <a:gd name="T9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214">
                  <a:moveTo>
                    <a:pt x="0" y="0"/>
                  </a:moveTo>
                  <a:cubicBezTo>
                    <a:pt x="0" y="212"/>
                    <a:pt x="0" y="212"/>
                    <a:pt x="0" y="212"/>
                  </a:cubicBezTo>
                  <a:cubicBezTo>
                    <a:pt x="38" y="212"/>
                    <a:pt x="76" y="213"/>
                    <a:pt x="114" y="214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76" y="2"/>
                    <a:pt x="38" y="1"/>
                    <a:pt x="0" y="0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9"/>
            <p:cNvSpPr>
              <a:spLocks/>
            </p:cNvSpPr>
            <p:nvPr userDrawn="1"/>
          </p:nvSpPr>
          <p:spPr bwMode="auto">
            <a:xfrm>
              <a:off x="100658613" y="14620875"/>
              <a:ext cx="1293813" cy="2351088"/>
            </a:xfrm>
            <a:custGeom>
              <a:avLst/>
              <a:gdLst>
                <a:gd name="T0" fmla="*/ 0 w 115"/>
                <a:gd name="T1" fmla="*/ 9 h 209"/>
                <a:gd name="T2" fmla="*/ 0 w 115"/>
                <a:gd name="T3" fmla="*/ 209 h 209"/>
                <a:gd name="T4" fmla="*/ 115 w 115"/>
                <a:gd name="T5" fmla="*/ 203 h 209"/>
                <a:gd name="T6" fmla="*/ 115 w 115"/>
                <a:gd name="T7" fmla="*/ 0 h 209"/>
                <a:gd name="T8" fmla="*/ 0 w 115"/>
                <a:gd name="T9" fmla="*/ 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209">
                  <a:moveTo>
                    <a:pt x="0" y="9"/>
                  </a:moveTo>
                  <a:cubicBezTo>
                    <a:pt x="0" y="209"/>
                    <a:pt x="0" y="209"/>
                    <a:pt x="0" y="209"/>
                  </a:cubicBezTo>
                  <a:cubicBezTo>
                    <a:pt x="38" y="207"/>
                    <a:pt x="76" y="205"/>
                    <a:pt x="115" y="203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76" y="3"/>
                    <a:pt x="38" y="6"/>
                    <a:pt x="0" y="9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0"/>
            <p:cNvSpPr>
              <a:spLocks/>
            </p:cNvSpPr>
            <p:nvPr userDrawn="1"/>
          </p:nvSpPr>
          <p:spPr bwMode="auto">
            <a:xfrm>
              <a:off x="88317388" y="16308388"/>
              <a:ext cx="1293813" cy="1789113"/>
            </a:xfrm>
            <a:custGeom>
              <a:avLst/>
              <a:gdLst>
                <a:gd name="T0" fmla="*/ 0 w 115"/>
                <a:gd name="T1" fmla="*/ 24 h 159"/>
                <a:gd name="T2" fmla="*/ 0 w 115"/>
                <a:gd name="T3" fmla="*/ 159 h 159"/>
                <a:gd name="T4" fmla="*/ 115 w 115"/>
                <a:gd name="T5" fmla="*/ 144 h 159"/>
                <a:gd name="T6" fmla="*/ 115 w 115"/>
                <a:gd name="T7" fmla="*/ 0 h 159"/>
                <a:gd name="T8" fmla="*/ 0 w 115"/>
                <a:gd name="T9" fmla="*/ 24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159">
                  <a:moveTo>
                    <a:pt x="0" y="24"/>
                  </a:moveTo>
                  <a:cubicBezTo>
                    <a:pt x="0" y="159"/>
                    <a:pt x="0" y="159"/>
                    <a:pt x="0" y="159"/>
                  </a:cubicBezTo>
                  <a:cubicBezTo>
                    <a:pt x="38" y="153"/>
                    <a:pt x="77" y="148"/>
                    <a:pt x="115" y="144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77" y="7"/>
                    <a:pt x="38" y="15"/>
                    <a:pt x="0" y="24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1"/>
            <p:cNvSpPr>
              <a:spLocks/>
            </p:cNvSpPr>
            <p:nvPr userDrawn="1"/>
          </p:nvSpPr>
          <p:spPr bwMode="auto">
            <a:xfrm>
              <a:off x="83389788" y="17445038"/>
              <a:ext cx="1282700" cy="1428750"/>
            </a:xfrm>
            <a:custGeom>
              <a:avLst/>
              <a:gdLst>
                <a:gd name="T0" fmla="*/ 0 w 114"/>
                <a:gd name="T1" fmla="*/ 30 h 127"/>
                <a:gd name="T2" fmla="*/ 0 w 114"/>
                <a:gd name="T3" fmla="*/ 127 h 127"/>
                <a:gd name="T4" fmla="*/ 114 w 114"/>
                <a:gd name="T5" fmla="*/ 107 h 127"/>
                <a:gd name="T6" fmla="*/ 114 w 114"/>
                <a:gd name="T7" fmla="*/ 0 h 127"/>
                <a:gd name="T8" fmla="*/ 0 w 114"/>
                <a:gd name="T9" fmla="*/ 3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27">
                  <a:moveTo>
                    <a:pt x="0" y="30"/>
                  </a:moveTo>
                  <a:cubicBezTo>
                    <a:pt x="0" y="127"/>
                    <a:pt x="0" y="127"/>
                    <a:pt x="0" y="127"/>
                  </a:cubicBezTo>
                  <a:cubicBezTo>
                    <a:pt x="37" y="120"/>
                    <a:pt x="76" y="114"/>
                    <a:pt x="114" y="107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76" y="10"/>
                    <a:pt x="37" y="20"/>
                    <a:pt x="0" y="30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2"/>
            <p:cNvSpPr>
              <a:spLocks/>
            </p:cNvSpPr>
            <p:nvPr userDrawn="1"/>
          </p:nvSpPr>
          <p:spPr bwMode="auto">
            <a:xfrm>
              <a:off x="80913288" y="18119725"/>
              <a:ext cx="1293813" cy="1238250"/>
            </a:xfrm>
            <a:custGeom>
              <a:avLst/>
              <a:gdLst>
                <a:gd name="T0" fmla="*/ 0 w 115"/>
                <a:gd name="T1" fmla="*/ 34 h 110"/>
                <a:gd name="T2" fmla="*/ 0 w 115"/>
                <a:gd name="T3" fmla="*/ 110 h 110"/>
                <a:gd name="T4" fmla="*/ 115 w 115"/>
                <a:gd name="T5" fmla="*/ 87 h 110"/>
                <a:gd name="T6" fmla="*/ 115 w 115"/>
                <a:gd name="T7" fmla="*/ 0 h 110"/>
                <a:gd name="T8" fmla="*/ 0 w 115"/>
                <a:gd name="T9" fmla="*/ 34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110">
                  <a:moveTo>
                    <a:pt x="0" y="34"/>
                  </a:moveTo>
                  <a:cubicBezTo>
                    <a:pt x="0" y="110"/>
                    <a:pt x="0" y="110"/>
                    <a:pt x="0" y="110"/>
                  </a:cubicBezTo>
                  <a:cubicBezTo>
                    <a:pt x="38" y="102"/>
                    <a:pt x="76" y="94"/>
                    <a:pt x="115" y="87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76" y="11"/>
                    <a:pt x="38" y="22"/>
                    <a:pt x="0" y="34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"/>
            <p:cNvSpPr>
              <a:spLocks/>
            </p:cNvSpPr>
            <p:nvPr userDrawn="1"/>
          </p:nvSpPr>
          <p:spPr bwMode="auto">
            <a:xfrm>
              <a:off x="78449488" y="18873788"/>
              <a:ext cx="1293813" cy="1035050"/>
            </a:xfrm>
            <a:custGeom>
              <a:avLst/>
              <a:gdLst>
                <a:gd name="T0" fmla="*/ 0 w 115"/>
                <a:gd name="T1" fmla="*/ 38 h 92"/>
                <a:gd name="T2" fmla="*/ 0 w 115"/>
                <a:gd name="T3" fmla="*/ 92 h 92"/>
                <a:gd name="T4" fmla="*/ 115 w 115"/>
                <a:gd name="T5" fmla="*/ 65 h 92"/>
                <a:gd name="T6" fmla="*/ 115 w 115"/>
                <a:gd name="T7" fmla="*/ 0 h 92"/>
                <a:gd name="T8" fmla="*/ 0 w 115"/>
                <a:gd name="T9" fmla="*/ 38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92">
                  <a:moveTo>
                    <a:pt x="0" y="38"/>
                  </a:moveTo>
                  <a:cubicBezTo>
                    <a:pt x="0" y="92"/>
                    <a:pt x="0" y="92"/>
                    <a:pt x="0" y="92"/>
                  </a:cubicBezTo>
                  <a:cubicBezTo>
                    <a:pt x="38" y="83"/>
                    <a:pt x="76" y="74"/>
                    <a:pt x="115" y="65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76" y="12"/>
                    <a:pt x="38" y="25"/>
                    <a:pt x="0" y="38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4"/>
            <p:cNvSpPr>
              <a:spLocks/>
            </p:cNvSpPr>
            <p:nvPr userDrawn="1"/>
          </p:nvSpPr>
          <p:spPr bwMode="auto">
            <a:xfrm>
              <a:off x="105597325" y="14395450"/>
              <a:ext cx="1293813" cy="2408238"/>
            </a:xfrm>
            <a:custGeom>
              <a:avLst/>
              <a:gdLst>
                <a:gd name="T0" fmla="*/ 0 w 115"/>
                <a:gd name="T1" fmla="*/ 3 h 214"/>
                <a:gd name="T2" fmla="*/ 0 w 115"/>
                <a:gd name="T3" fmla="*/ 214 h 214"/>
                <a:gd name="T4" fmla="*/ 115 w 115"/>
                <a:gd name="T5" fmla="*/ 212 h 214"/>
                <a:gd name="T6" fmla="*/ 115 w 115"/>
                <a:gd name="T7" fmla="*/ 0 h 214"/>
                <a:gd name="T8" fmla="*/ 0 w 115"/>
                <a:gd name="T9" fmla="*/ 3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214">
                  <a:moveTo>
                    <a:pt x="0" y="3"/>
                  </a:moveTo>
                  <a:cubicBezTo>
                    <a:pt x="0" y="214"/>
                    <a:pt x="0" y="214"/>
                    <a:pt x="0" y="214"/>
                  </a:cubicBezTo>
                  <a:cubicBezTo>
                    <a:pt x="38" y="213"/>
                    <a:pt x="76" y="212"/>
                    <a:pt x="115" y="212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76" y="1"/>
                    <a:pt x="38" y="2"/>
                    <a:pt x="0" y="3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5"/>
            <p:cNvSpPr>
              <a:spLocks/>
            </p:cNvSpPr>
            <p:nvPr userDrawn="1"/>
          </p:nvSpPr>
          <p:spPr bwMode="auto">
            <a:xfrm>
              <a:off x="95719900" y="15103475"/>
              <a:ext cx="1293813" cy="2184400"/>
            </a:xfrm>
            <a:custGeom>
              <a:avLst/>
              <a:gdLst>
                <a:gd name="T0" fmla="*/ 0 w 115"/>
                <a:gd name="T1" fmla="*/ 15 h 194"/>
                <a:gd name="T2" fmla="*/ 0 w 115"/>
                <a:gd name="T3" fmla="*/ 194 h 194"/>
                <a:gd name="T4" fmla="*/ 115 w 115"/>
                <a:gd name="T5" fmla="*/ 185 h 194"/>
                <a:gd name="T6" fmla="*/ 115 w 115"/>
                <a:gd name="T7" fmla="*/ 0 h 194"/>
                <a:gd name="T8" fmla="*/ 0 w 115"/>
                <a:gd name="T9" fmla="*/ 15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194">
                  <a:moveTo>
                    <a:pt x="0" y="15"/>
                  </a:moveTo>
                  <a:cubicBezTo>
                    <a:pt x="0" y="194"/>
                    <a:pt x="0" y="194"/>
                    <a:pt x="0" y="194"/>
                  </a:cubicBezTo>
                  <a:cubicBezTo>
                    <a:pt x="38" y="191"/>
                    <a:pt x="77" y="188"/>
                    <a:pt x="115" y="185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77" y="4"/>
                    <a:pt x="38" y="9"/>
                    <a:pt x="0" y="15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6"/>
            <p:cNvSpPr>
              <a:spLocks/>
            </p:cNvSpPr>
            <p:nvPr userDrawn="1"/>
          </p:nvSpPr>
          <p:spPr bwMode="auto">
            <a:xfrm>
              <a:off x="85853588" y="16837025"/>
              <a:ext cx="1293813" cy="1620838"/>
            </a:xfrm>
            <a:custGeom>
              <a:avLst/>
              <a:gdLst>
                <a:gd name="T0" fmla="*/ 0 w 115"/>
                <a:gd name="T1" fmla="*/ 27 h 144"/>
                <a:gd name="T2" fmla="*/ 0 w 115"/>
                <a:gd name="T3" fmla="*/ 144 h 144"/>
                <a:gd name="T4" fmla="*/ 115 w 115"/>
                <a:gd name="T5" fmla="*/ 127 h 144"/>
                <a:gd name="T6" fmla="*/ 115 w 115"/>
                <a:gd name="T7" fmla="*/ 0 h 144"/>
                <a:gd name="T8" fmla="*/ 0 w 115"/>
                <a:gd name="T9" fmla="*/ 27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144">
                  <a:moveTo>
                    <a:pt x="0" y="27"/>
                  </a:moveTo>
                  <a:cubicBezTo>
                    <a:pt x="0" y="144"/>
                    <a:pt x="0" y="144"/>
                    <a:pt x="0" y="144"/>
                  </a:cubicBezTo>
                  <a:cubicBezTo>
                    <a:pt x="38" y="138"/>
                    <a:pt x="76" y="132"/>
                    <a:pt x="115" y="127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76" y="9"/>
                    <a:pt x="38" y="18"/>
                    <a:pt x="0" y="27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7"/>
            <p:cNvSpPr>
              <a:spLocks/>
            </p:cNvSpPr>
            <p:nvPr userDrawn="1"/>
          </p:nvSpPr>
          <p:spPr bwMode="auto">
            <a:xfrm>
              <a:off x="122867738" y="15441613"/>
              <a:ext cx="1293813" cy="2070100"/>
            </a:xfrm>
            <a:custGeom>
              <a:avLst/>
              <a:gdLst>
                <a:gd name="T0" fmla="*/ 0 w 115"/>
                <a:gd name="T1" fmla="*/ 0 h 184"/>
                <a:gd name="T2" fmla="*/ 0 w 115"/>
                <a:gd name="T3" fmla="*/ 173 h 184"/>
                <a:gd name="T4" fmla="*/ 115 w 115"/>
                <a:gd name="T5" fmla="*/ 184 h 184"/>
                <a:gd name="T6" fmla="*/ 115 w 115"/>
                <a:gd name="T7" fmla="*/ 17 h 184"/>
                <a:gd name="T8" fmla="*/ 0 w 115"/>
                <a:gd name="T9" fmla="*/ 0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184">
                  <a:moveTo>
                    <a:pt x="0" y="0"/>
                  </a:moveTo>
                  <a:cubicBezTo>
                    <a:pt x="0" y="173"/>
                    <a:pt x="0" y="173"/>
                    <a:pt x="0" y="173"/>
                  </a:cubicBezTo>
                  <a:cubicBezTo>
                    <a:pt x="39" y="177"/>
                    <a:pt x="77" y="180"/>
                    <a:pt x="115" y="184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77" y="11"/>
                    <a:pt x="39" y="5"/>
                    <a:pt x="0" y="0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8"/>
            <p:cNvSpPr>
              <a:spLocks/>
            </p:cNvSpPr>
            <p:nvPr userDrawn="1"/>
          </p:nvSpPr>
          <p:spPr bwMode="auto">
            <a:xfrm>
              <a:off x="117940138" y="14833600"/>
              <a:ext cx="1282700" cy="2273300"/>
            </a:xfrm>
            <a:custGeom>
              <a:avLst/>
              <a:gdLst>
                <a:gd name="T0" fmla="*/ 0 w 114"/>
                <a:gd name="T1" fmla="*/ 0 h 202"/>
                <a:gd name="T2" fmla="*/ 0 w 114"/>
                <a:gd name="T3" fmla="*/ 195 h 202"/>
                <a:gd name="T4" fmla="*/ 114 w 114"/>
                <a:gd name="T5" fmla="*/ 202 h 202"/>
                <a:gd name="T6" fmla="*/ 114 w 114"/>
                <a:gd name="T7" fmla="*/ 11 h 202"/>
                <a:gd name="T8" fmla="*/ 0 w 114"/>
                <a:gd name="T9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202">
                  <a:moveTo>
                    <a:pt x="0" y="0"/>
                  </a:moveTo>
                  <a:cubicBezTo>
                    <a:pt x="0" y="195"/>
                    <a:pt x="0" y="195"/>
                    <a:pt x="0" y="195"/>
                  </a:cubicBezTo>
                  <a:cubicBezTo>
                    <a:pt x="38" y="197"/>
                    <a:pt x="76" y="200"/>
                    <a:pt x="114" y="202"/>
                  </a:cubicBezTo>
                  <a:cubicBezTo>
                    <a:pt x="114" y="11"/>
                    <a:pt x="114" y="11"/>
                    <a:pt x="114" y="11"/>
                  </a:cubicBezTo>
                  <a:cubicBezTo>
                    <a:pt x="76" y="7"/>
                    <a:pt x="38" y="3"/>
                    <a:pt x="0" y="0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9"/>
            <p:cNvSpPr>
              <a:spLocks/>
            </p:cNvSpPr>
            <p:nvPr userDrawn="1"/>
          </p:nvSpPr>
          <p:spPr bwMode="auto">
            <a:xfrm>
              <a:off x="112999838" y="14474825"/>
              <a:ext cx="1293813" cy="2384425"/>
            </a:xfrm>
            <a:custGeom>
              <a:avLst/>
              <a:gdLst>
                <a:gd name="T0" fmla="*/ 0 w 115"/>
                <a:gd name="T1" fmla="*/ 0 h 212"/>
                <a:gd name="T2" fmla="*/ 0 w 115"/>
                <a:gd name="T3" fmla="*/ 209 h 212"/>
                <a:gd name="T4" fmla="*/ 115 w 115"/>
                <a:gd name="T5" fmla="*/ 212 h 212"/>
                <a:gd name="T6" fmla="*/ 115 w 115"/>
                <a:gd name="T7" fmla="*/ 6 h 212"/>
                <a:gd name="T8" fmla="*/ 0 w 115"/>
                <a:gd name="T9" fmla="*/ 0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212">
                  <a:moveTo>
                    <a:pt x="0" y="0"/>
                  </a:moveTo>
                  <a:cubicBezTo>
                    <a:pt x="0" y="209"/>
                    <a:pt x="0" y="209"/>
                    <a:pt x="0" y="209"/>
                  </a:cubicBezTo>
                  <a:cubicBezTo>
                    <a:pt x="38" y="210"/>
                    <a:pt x="77" y="211"/>
                    <a:pt x="115" y="212"/>
                  </a:cubicBezTo>
                  <a:cubicBezTo>
                    <a:pt x="115" y="6"/>
                    <a:pt x="115" y="6"/>
                    <a:pt x="115" y="6"/>
                  </a:cubicBezTo>
                  <a:cubicBezTo>
                    <a:pt x="77" y="4"/>
                    <a:pt x="38" y="2"/>
                    <a:pt x="0" y="0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30"/>
            <p:cNvSpPr>
              <a:spLocks/>
            </p:cNvSpPr>
            <p:nvPr userDrawn="1"/>
          </p:nvSpPr>
          <p:spPr bwMode="auto">
            <a:xfrm>
              <a:off x="90792300" y="15835313"/>
              <a:ext cx="1282700" cy="1946275"/>
            </a:xfrm>
            <a:custGeom>
              <a:avLst/>
              <a:gdLst>
                <a:gd name="T0" fmla="*/ 0 w 114"/>
                <a:gd name="T1" fmla="*/ 21 h 173"/>
                <a:gd name="T2" fmla="*/ 0 w 114"/>
                <a:gd name="T3" fmla="*/ 173 h 173"/>
                <a:gd name="T4" fmla="*/ 114 w 114"/>
                <a:gd name="T5" fmla="*/ 160 h 173"/>
                <a:gd name="T6" fmla="*/ 114 w 114"/>
                <a:gd name="T7" fmla="*/ 0 h 173"/>
                <a:gd name="T8" fmla="*/ 0 w 114"/>
                <a:gd name="T9" fmla="*/ 21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73">
                  <a:moveTo>
                    <a:pt x="0" y="21"/>
                  </a:moveTo>
                  <a:cubicBezTo>
                    <a:pt x="0" y="173"/>
                    <a:pt x="0" y="173"/>
                    <a:pt x="0" y="173"/>
                  </a:cubicBezTo>
                  <a:cubicBezTo>
                    <a:pt x="38" y="168"/>
                    <a:pt x="76" y="164"/>
                    <a:pt x="114" y="16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76" y="7"/>
                    <a:pt x="38" y="14"/>
                    <a:pt x="0" y="21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31"/>
            <p:cNvSpPr>
              <a:spLocks/>
            </p:cNvSpPr>
            <p:nvPr userDrawn="1"/>
          </p:nvSpPr>
          <p:spPr bwMode="auto">
            <a:xfrm>
              <a:off x="72037575" y="22339300"/>
              <a:ext cx="6975475" cy="9947275"/>
            </a:xfrm>
            <a:custGeom>
              <a:avLst/>
              <a:gdLst>
                <a:gd name="T0" fmla="*/ 0 w 620"/>
                <a:gd name="T1" fmla="*/ 449 h 884"/>
                <a:gd name="T2" fmla="*/ 368 w 620"/>
                <a:gd name="T3" fmla="*/ 0 h 884"/>
                <a:gd name="T4" fmla="*/ 613 w 620"/>
                <a:gd name="T5" fmla="*/ 58 h 884"/>
                <a:gd name="T6" fmla="*/ 613 w 620"/>
                <a:gd name="T7" fmla="*/ 197 h 884"/>
                <a:gd name="T8" fmla="*/ 526 w 620"/>
                <a:gd name="T9" fmla="*/ 197 h 884"/>
                <a:gd name="T10" fmla="*/ 364 w 620"/>
                <a:gd name="T11" fmla="*/ 58 h 884"/>
                <a:gd name="T12" fmla="*/ 130 w 620"/>
                <a:gd name="T13" fmla="*/ 447 h 884"/>
                <a:gd name="T14" fmla="*/ 377 w 620"/>
                <a:gd name="T15" fmla="*/ 825 h 884"/>
                <a:gd name="T16" fmla="*/ 539 w 620"/>
                <a:gd name="T17" fmla="*/ 691 h 884"/>
                <a:gd name="T18" fmla="*/ 620 w 620"/>
                <a:gd name="T19" fmla="*/ 691 h 884"/>
                <a:gd name="T20" fmla="*/ 620 w 620"/>
                <a:gd name="T21" fmla="*/ 822 h 884"/>
                <a:gd name="T22" fmla="*/ 377 w 620"/>
                <a:gd name="T23" fmla="*/ 884 h 884"/>
                <a:gd name="T24" fmla="*/ 0 w 620"/>
                <a:gd name="T25" fmla="*/ 449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0" h="884">
                  <a:moveTo>
                    <a:pt x="0" y="449"/>
                  </a:moveTo>
                  <a:cubicBezTo>
                    <a:pt x="0" y="163"/>
                    <a:pt x="148" y="0"/>
                    <a:pt x="368" y="0"/>
                  </a:cubicBezTo>
                  <a:cubicBezTo>
                    <a:pt x="503" y="0"/>
                    <a:pt x="567" y="26"/>
                    <a:pt x="613" y="58"/>
                  </a:cubicBezTo>
                  <a:cubicBezTo>
                    <a:pt x="613" y="197"/>
                    <a:pt x="613" y="197"/>
                    <a:pt x="613" y="197"/>
                  </a:cubicBezTo>
                  <a:cubicBezTo>
                    <a:pt x="526" y="197"/>
                    <a:pt x="526" y="197"/>
                    <a:pt x="526" y="197"/>
                  </a:cubicBezTo>
                  <a:cubicBezTo>
                    <a:pt x="503" y="101"/>
                    <a:pt x="467" y="58"/>
                    <a:pt x="364" y="58"/>
                  </a:cubicBezTo>
                  <a:cubicBezTo>
                    <a:pt x="221" y="58"/>
                    <a:pt x="130" y="159"/>
                    <a:pt x="130" y="447"/>
                  </a:cubicBezTo>
                  <a:cubicBezTo>
                    <a:pt x="130" y="745"/>
                    <a:pt x="225" y="825"/>
                    <a:pt x="377" y="825"/>
                  </a:cubicBezTo>
                  <a:cubicBezTo>
                    <a:pt x="476" y="825"/>
                    <a:pt x="520" y="788"/>
                    <a:pt x="539" y="691"/>
                  </a:cubicBezTo>
                  <a:cubicBezTo>
                    <a:pt x="620" y="691"/>
                    <a:pt x="620" y="691"/>
                    <a:pt x="620" y="691"/>
                  </a:cubicBezTo>
                  <a:cubicBezTo>
                    <a:pt x="620" y="822"/>
                    <a:pt x="620" y="822"/>
                    <a:pt x="620" y="822"/>
                  </a:cubicBezTo>
                  <a:cubicBezTo>
                    <a:pt x="576" y="853"/>
                    <a:pt x="502" y="884"/>
                    <a:pt x="377" y="884"/>
                  </a:cubicBezTo>
                  <a:cubicBezTo>
                    <a:pt x="118" y="884"/>
                    <a:pt x="0" y="716"/>
                    <a:pt x="0" y="449"/>
                  </a:cubicBezTo>
                  <a:close/>
                </a:path>
              </a:pathLst>
            </a:custGeom>
            <a:solidFill>
              <a:srgbClr val="5E6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32"/>
            <p:cNvSpPr>
              <a:spLocks noEditPoints="1"/>
            </p:cNvSpPr>
            <p:nvPr userDrawn="1"/>
          </p:nvSpPr>
          <p:spPr bwMode="auto">
            <a:xfrm>
              <a:off x="79665513" y="25039638"/>
              <a:ext cx="5794375" cy="7246938"/>
            </a:xfrm>
            <a:custGeom>
              <a:avLst/>
              <a:gdLst>
                <a:gd name="T0" fmla="*/ 479 w 515"/>
                <a:gd name="T1" fmla="*/ 517 h 644"/>
                <a:gd name="T2" fmla="*/ 505 w 515"/>
                <a:gd name="T3" fmla="*/ 559 h 644"/>
                <a:gd name="T4" fmla="*/ 284 w 515"/>
                <a:gd name="T5" fmla="*/ 644 h 644"/>
                <a:gd name="T6" fmla="*/ 0 w 515"/>
                <a:gd name="T7" fmla="*/ 321 h 644"/>
                <a:gd name="T8" fmla="*/ 267 w 515"/>
                <a:gd name="T9" fmla="*/ 0 h 644"/>
                <a:gd name="T10" fmla="*/ 515 w 515"/>
                <a:gd name="T11" fmla="*/ 297 h 644"/>
                <a:gd name="T12" fmla="*/ 515 w 515"/>
                <a:gd name="T13" fmla="*/ 331 h 644"/>
                <a:gd name="T14" fmla="*/ 119 w 515"/>
                <a:gd name="T15" fmla="*/ 331 h 644"/>
                <a:gd name="T16" fmla="*/ 314 w 515"/>
                <a:gd name="T17" fmla="*/ 569 h 644"/>
                <a:gd name="T18" fmla="*/ 479 w 515"/>
                <a:gd name="T19" fmla="*/ 517 h 644"/>
                <a:gd name="T20" fmla="*/ 120 w 515"/>
                <a:gd name="T21" fmla="*/ 270 h 644"/>
                <a:gd name="T22" fmla="*/ 397 w 515"/>
                <a:gd name="T23" fmla="*/ 270 h 644"/>
                <a:gd name="T24" fmla="*/ 264 w 515"/>
                <a:gd name="T25" fmla="*/ 60 h 644"/>
                <a:gd name="T26" fmla="*/ 120 w 515"/>
                <a:gd name="T27" fmla="*/ 270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15" h="644">
                  <a:moveTo>
                    <a:pt x="479" y="517"/>
                  </a:moveTo>
                  <a:cubicBezTo>
                    <a:pt x="505" y="559"/>
                    <a:pt x="505" y="559"/>
                    <a:pt x="505" y="559"/>
                  </a:cubicBezTo>
                  <a:cubicBezTo>
                    <a:pt x="445" y="605"/>
                    <a:pt x="372" y="644"/>
                    <a:pt x="284" y="644"/>
                  </a:cubicBezTo>
                  <a:cubicBezTo>
                    <a:pt x="106" y="644"/>
                    <a:pt x="0" y="525"/>
                    <a:pt x="0" y="321"/>
                  </a:cubicBezTo>
                  <a:cubicBezTo>
                    <a:pt x="0" y="118"/>
                    <a:pt x="114" y="0"/>
                    <a:pt x="267" y="0"/>
                  </a:cubicBezTo>
                  <a:cubicBezTo>
                    <a:pt x="423" y="0"/>
                    <a:pt x="515" y="109"/>
                    <a:pt x="515" y="297"/>
                  </a:cubicBezTo>
                  <a:cubicBezTo>
                    <a:pt x="515" y="331"/>
                    <a:pt x="515" y="331"/>
                    <a:pt x="515" y="331"/>
                  </a:cubicBezTo>
                  <a:cubicBezTo>
                    <a:pt x="119" y="331"/>
                    <a:pt x="119" y="331"/>
                    <a:pt x="119" y="331"/>
                  </a:cubicBezTo>
                  <a:cubicBezTo>
                    <a:pt x="121" y="511"/>
                    <a:pt x="183" y="569"/>
                    <a:pt x="314" y="569"/>
                  </a:cubicBezTo>
                  <a:cubicBezTo>
                    <a:pt x="367" y="569"/>
                    <a:pt x="435" y="546"/>
                    <a:pt x="479" y="517"/>
                  </a:cubicBezTo>
                  <a:close/>
                  <a:moveTo>
                    <a:pt x="120" y="270"/>
                  </a:moveTo>
                  <a:cubicBezTo>
                    <a:pt x="397" y="270"/>
                    <a:pt x="397" y="270"/>
                    <a:pt x="397" y="270"/>
                  </a:cubicBezTo>
                  <a:cubicBezTo>
                    <a:pt x="397" y="118"/>
                    <a:pt x="358" y="60"/>
                    <a:pt x="264" y="60"/>
                  </a:cubicBezTo>
                  <a:cubicBezTo>
                    <a:pt x="180" y="60"/>
                    <a:pt x="129" y="111"/>
                    <a:pt x="120" y="270"/>
                  </a:cubicBezTo>
                  <a:close/>
                </a:path>
              </a:pathLst>
            </a:custGeom>
            <a:solidFill>
              <a:srgbClr val="5E6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33"/>
            <p:cNvSpPr>
              <a:spLocks/>
            </p:cNvSpPr>
            <p:nvPr userDrawn="1"/>
          </p:nvSpPr>
          <p:spPr bwMode="auto">
            <a:xfrm>
              <a:off x="85966300" y="25084088"/>
              <a:ext cx="7413625" cy="7045325"/>
            </a:xfrm>
            <a:custGeom>
              <a:avLst/>
              <a:gdLst>
                <a:gd name="T0" fmla="*/ 578 w 659"/>
                <a:gd name="T1" fmla="*/ 497 h 626"/>
                <a:gd name="T2" fmla="*/ 659 w 659"/>
                <a:gd name="T3" fmla="*/ 584 h 626"/>
                <a:gd name="T4" fmla="*/ 659 w 659"/>
                <a:gd name="T5" fmla="*/ 626 h 626"/>
                <a:gd name="T6" fmla="*/ 378 w 659"/>
                <a:gd name="T7" fmla="*/ 626 h 626"/>
                <a:gd name="T8" fmla="*/ 378 w 659"/>
                <a:gd name="T9" fmla="*/ 584 h 626"/>
                <a:gd name="T10" fmla="*/ 465 w 659"/>
                <a:gd name="T11" fmla="*/ 506 h 626"/>
                <a:gd name="T12" fmla="*/ 465 w 659"/>
                <a:gd name="T13" fmla="*/ 190 h 626"/>
                <a:gd name="T14" fmla="*/ 375 w 659"/>
                <a:gd name="T15" fmla="*/ 88 h 626"/>
                <a:gd name="T16" fmla="*/ 203 w 659"/>
                <a:gd name="T17" fmla="*/ 167 h 626"/>
                <a:gd name="T18" fmla="*/ 203 w 659"/>
                <a:gd name="T19" fmla="*/ 506 h 626"/>
                <a:gd name="T20" fmla="*/ 290 w 659"/>
                <a:gd name="T21" fmla="*/ 584 h 626"/>
                <a:gd name="T22" fmla="*/ 290 w 659"/>
                <a:gd name="T23" fmla="*/ 626 h 626"/>
                <a:gd name="T24" fmla="*/ 3 w 659"/>
                <a:gd name="T25" fmla="*/ 626 h 626"/>
                <a:gd name="T26" fmla="*/ 3 w 659"/>
                <a:gd name="T27" fmla="*/ 584 h 626"/>
                <a:gd name="T28" fmla="*/ 90 w 659"/>
                <a:gd name="T29" fmla="*/ 497 h 626"/>
                <a:gd name="T30" fmla="*/ 90 w 659"/>
                <a:gd name="T31" fmla="*/ 193 h 626"/>
                <a:gd name="T32" fmla="*/ 0 w 659"/>
                <a:gd name="T33" fmla="*/ 87 h 626"/>
                <a:gd name="T34" fmla="*/ 0 w 659"/>
                <a:gd name="T35" fmla="*/ 50 h 626"/>
                <a:gd name="T36" fmla="*/ 159 w 659"/>
                <a:gd name="T37" fmla="*/ 0 h 626"/>
                <a:gd name="T38" fmla="*/ 177 w 659"/>
                <a:gd name="T39" fmla="*/ 0 h 626"/>
                <a:gd name="T40" fmla="*/ 198 w 659"/>
                <a:gd name="T41" fmla="*/ 108 h 626"/>
                <a:gd name="T42" fmla="*/ 411 w 659"/>
                <a:gd name="T43" fmla="*/ 1 h 626"/>
                <a:gd name="T44" fmla="*/ 578 w 659"/>
                <a:gd name="T45" fmla="*/ 168 h 626"/>
                <a:gd name="T46" fmla="*/ 578 w 659"/>
                <a:gd name="T47" fmla="*/ 497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9" h="626">
                  <a:moveTo>
                    <a:pt x="578" y="497"/>
                  </a:moveTo>
                  <a:cubicBezTo>
                    <a:pt x="578" y="568"/>
                    <a:pt x="593" y="579"/>
                    <a:pt x="659" y="584"/>
                  </a:cubicBezTo>
                  <a:cubicBezTo>
                    <a:pt x="659" y="626"/>
                    <a:pt x="659" y="626"/>
                    <a:pt x="659" y="626"/>
                  </a:cubicBezTo>
                  <a:cubicBezTo>
                    <a:pt x="378" y="626"/>
                    <a:pt x="378" y="626"/>
                    <a:pt x="378" y="626"/>
                  </a:cubicBezTo>
                  <a:cubicBezTo>
                    <a:pt x="378" y="584"/>
                    <a:pt x="378" y="584"/>
                    <a:pt x="378" y="584"/>
                  </a:cubicBezTo>
                  <a:cubicBezTo>
                    <a:pt x="457" y="580"/>
                    <a:pt x="465" y="566"/>
                    <a:pt x="465" y="506"/>
                  </a:cubicBezTo>
                  <a:cubicBezTo>
                    <a:pt x="465" y="190"/>
                    <a:pt x="465" y="190"/>
                    <a:pt x="465" y="190"/>
                  </a:cubicBezTo>
                  <a:cubicBezTo>
                    <a:pt x="465" y="117"/>
                    <a:pt x="434" y="88"/>
                    <a:pt x="375" y="88"/>
                  </a:cubicBezTo>
                  <a:cubicBezTo>
                    <a:pt x="300" y="88"/>
                    <a:pt x="253" y="118"/>
                    <a:pt x="203" y="167"/>
                  </a:cubicBezTo>
                  <a:cubicBezTo>
                    <a:pt x="203" y="506"/>
                    <a:pt x="203" y="506"/>
                    <a:pt x="203" y="506"/>
                  </a:cubicBezTo>
                  <a:cubicBezTo>
                    <a:pt x="203" y="566"/>
                    <a:pt x="212" y="580"/>
                    <a:pt x="290" y="584"/>
                  </a:cubicBezTo>
                  <a:cubicBezTo>
                    <a:pt x="290" y="626"/>
                    <a:pt x="290" y="626"/>
                    <a:pt x="290" y="626"/>
                  </a:cubicBezTo>
                  <a:cubicBezTo>
                    <a:pt x="3" y="626"/>
                    <a:pt x="3" y="626"/>
                    <a:pt x="3" y="626"/>
                  </a:cubicBezTo>
                  <a:cubicBezTo>
                    <a:pt x="3" y="584"/>
                    <a:pt x="3" y="584"/>
                    <a:pt x="3" y="584"/>
                  </a:cubicBezTo>
                  <a:cubicBezTo>
                    <a:pt x="74" y="579"/>
                    <a:pt x="90" y="568"/>
                    <a:pt x="90" y="497"/>
                  </a:cubicBezTo>
                  <a:cubicBezTo>
                    <a:pt x="90" y="193"/>
                    <a:pt x="90" y="193"/>
                    <a:pt x="90" y="193"/>
                  </a:cubicBezTo>
                  <a:cubicBezTo>
                    <a:pt x="90" y="102"/>
                    <a:pt x="73" y="90"/>
                    <a:pt x="0" y="87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159" y="0"/>
                    <a:pt x="159" y="0"/>
                    <a:pt x="159" y="0"/>
                  </a:cubicBezTo>
                  <a:cubicBezTo>
                    <a:pt x="177" y="0"/>
                    <a:pt x="177" y="0"/>
                    <a:pt x="177" y="0"/>
                  </a:cubicBezTo>
                  <a:cubicBezTo>
                    <a:pt x="186" y="20"/>
                    <a:pt x="197" y="65"/>
                    <a:pt x="198" y="108"/>
                  </a:cubicBezTo>
                  <a:cubicBezTo>
                    <a:pt x="254" y="50"/>
                    <a:pt x="316" y="1"/>
                    <a:pt x="411" y="1"/>
                  </a:cubicBezTo>
                  <a:cubicBezTo>
                    <a:pt x="510" y="1"/>
                    <a:pt x="578" y="60"/>
                    <a:pt x="578" y="168"/>
                  </a:cubicBezTo>
                  <a:lnTo>
                    <a:pt x="578" y="497"/>
                  </a:lnTo>
                  <a:close/>
                </a:path>
              </a:pathLst>
            </a:custGeom>
            <a:solidFill>
              <a:srgbClr val="5E6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34"/>
            <p:cNvSpPr>
              <a:spLocks/>
            </p:cNvSpPr>
            <p:nvPr userDrawn="1"/>
          </p:nvSpPr>
          <p:spPr bwMode="auto">
            <a:xfrm>
              <a:off x="93492638" y="23172738"/>
              <a:ext cx="3914775" cy="9158288"/>
            </a:xfrm>
            <a:custGeom>
              <a:avLst/>
              <a:gdLst>
                <a:gd name="T0" fmla="*/ 319 w 348"/>
                <a:gd name="T1" fmla="*/ 255 h 814"/>
                <a:gd name="T2" fmla="*/ 187 w 348"/>
                <a:gd name="T3" fmla="*/ 255 h 814"/>
                <a:gd name="T4" fmla="*/ 187 w 348"/>
                <a:gd name="T5" fmla="*/ 630 h 814"/>
                <a:gd name="T6" fmla="*/ 267 w 348"/>
                <a:gd name="T7" fmla="*/ 749 h 814"/>
                <a:gd name="T8" fmla="*/ 338 w 348"/>
                <a:gd name="T9" fmla="*/ 736 h 814"/>
                <a:gd name="T10" fmla="*/ 348 w 348"/>
                <a:gd name="T11" fmla="*/ 781 h 814"/>
                <a:gd name="T12" fmla="*/ 225 w 348"/>
                <a:gd name="T13" fmla="*/ 814 h 814"/>
                <a:gd name="T14" fmla="*/ 74 w 348"/>
                <a:gd name="T15" fmla="*/ 646 h 814"/>
                <a:gd name="T16" fmla="*/ 74 w 348"/>
                <a:gd name="T17" fmla="*/ 255 h 814"/>
                <a:gd name="T18" fmla="*/ 0 w 348"/>
                <a:gd name="T19" fmla="*/ 255 h 814"/>
                <a:gd name="T20" fmla="*/ 0 w 348"/>
                <a:gd name="T21" fmla="*/ 215 h 814"/>
                <a:gd name="T22" fmla="*/ 83 w 348"/>
                <a:gd name="T23" fmla="*/ 186 h 814"/>
                <a:gd name="T24" fmla="*/ 142 w 348"/>
                <a:gd name="T25" fmla="*/ 15 h 814"/>
                <a:gd name="T26" fmla="*/ 200 w 348"/>
                <a:gd name="T27" fmla="*/ 0 h 814"/>
                <a:gd name="T28" fmla="*/ 189 w 348"/>
                <a:gd name="T29" fmla="*/ 186 h 814"/>
                <a:gd name="T30" fmla="*/ 337 w 348"/>
                <a:gd name="T31" fmla="*/ 186 h 814"/>
                <a:gd name="T32" fmla="*/ 319 w 348"/>
                <a:gd name="T33" fmla="*/ 255 h 8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48" h="814">
                  <a:moveTo>
                    <a:pt x="319" y="255"/>
                  </a:moveTo>
                  <a:cubicBezTo>
                    <a:pt x="187" y="255"/>
                    <a:pt x="187" y="255"/>
                    <a:pt x="187" y="255"/>
                  </a:cubicBezTo>
                  <a:cubicBezTo>
                    <a:pt x="187" y="630"/>
                    <a:pt x="187" y="630"/>
                    <a:pt x="187" y="630"/>
                  </a:cubicBezTo>
                  <a:cubicBezTo>
                    <a:pt x="187" y="727"/>
                    <a:pt x="205" y="749"/>
                    <a:pt x="267" y="749"/>
                  </a:cubicBezTo>
                  <a:cubicBezTo>
                    <a:pt x="288" y="749"/>
                    <a:pt x="312" y="745"/>
                    <a:pt x="338" y="736"/>
                  </a:cubicBezTo>
                  <a:cubicBezTo>
                    <a:pt x="348" y="781"/>
                    <a:pt x="348" y="781"/>
                    <a:pt x="348" y="781"/>
                  </a:cubicBezTo>
                  <a:cubicBezTo>
                    <a:pt x="307" y="802"/>
                    <a:pt x="267" y="814"/>
                    <a:pt x="225" y="814"/>
                  </a:cubicBezTo>
                  <a:cubicBezTo>
                    <a:pt x="132" y="814"/>
                    <a:pt x="74" y="770"/>
                    <a:pt x="74" y="646"/>
                  </a:cubicBezTo>
                  <a:cubicBezTo>
                    <a:pt x="74" y="255"/>
                    <a:pt x="74" y="255"/>
                    <a:pt x="74" y="255"/>
                  </a:cubicBezTo>
                  <a:cubicBezTo>
                    <a:pt x="0" y="255"/>
                    <a:pt x="0" y="255"/>
                    <a:pt x="0" y="255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83" y="186"/>
                    <a:pt x="83" y="186"/>
                    <a:pt x="83" y="186"/>
                  </a:cubicBezTo>
                  <a:cubicBezTo>
                    <a:pt x="94" y="128"/>
                    <a:pt x="113" y="61"/>
                    <a:pt x="142" y="15"/>
                  </a:cubicBezTo>
                  <a:cubicBezTo>
                    <a:pt x="200" y="0"/>
                    <a:pt x="200" y="0"/>
                    <a:pt x="200" y="0"/>
                  </a:cubicBezTo>
                  <a:cubicBezTo>
                    <a:pt x="194" y="45"/>
                    <a:pt x="189" y="123"/>
                    <a:pt x="189" y="186"/>
                  </a:cubicBezTo>
                  <a:cubicBezTo>
                    <a:pt x="337" y="186"/>
                    <a:pt x="337" y="186"/>
                    <a:pt x="337" y="186"/>
                  </a:cubicBezTo>
                  <a:lnTo>
                    <a:pt x="319" y="255"/>
                  </a:lnTo>
                  <a:close/>
                </a:path>
              </a:pathLst>
            </a:custGeom>
            <a:solidFill>
              <a:srgbClr val="5E6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35"/>
            <p:cNvSpPr>
              <a:spLocks noEditPoints="1"/>
            </p:cNvSpPr>
            <p:nvPr userDrawn="1"/>
          </p:nvSpPr>
          <p:spPr bwMode="auto">
            <a:xfrm>
              <a:off x="97666175" y="25039638"/>
              <a:ext cx="5805488" cy="7246938"/>
            </a:xfrm>
            <a:custGeom>
              <a:avLst/>
              <a:gdLst>
                <a:gd name="T0" fmla="*/ 480 w 516"/>
                <a:gd name="T1" fmla="*/ 517 h 644"/>
                <a:gd name="T2" fmla="*/ 506 w 516"/>
                <a:gd name="T3" fmla="*/ 559 h 644"/>
                <a:gd name="T4" fmla="*/ 285 w 516"/>
                <a:gd name="T5" fmla="*/ 644 h 644"/>
                <a:gd name="T6" fmla="*/ 0 w 516"/>
                <a:gd name="T7" fmla="*/ 321 h 644"/>
                <a:gd name="T8" fmla="*/ 267 w 516"/>
                <a:gd name="T9" fmla="*/ 0 h 644"/>
                <a:gd name="T10" fmla="*/ 516 w 516"/>
                <a:gd name="T11" fmla="*/ 297 h 644"/>
                <a:gd name="T12" fmla="*/ 516 w 516"/>
                <a:gd name="T13" fmla="*/ 331 h 644"/>
                <a:gd name="T14" fmla="*/ 120 w 516"/>
                <a:gd name="T15" fmla="*/ 331 h 644"/>
                <a:gd name="T16" fmla="*/ 314 w 516"/>
                <a:gd name="T17" fmla="*/ 569 h 644"/>
                <a:gd name="T18" fmla="*/ 480 w 516"/>
                <a:gd name="T19" fmla="*/ 517 h 644"/>
                <a:gd name="T20" fmla="*/ 121 w 516"/>
                <a:gd name="T21" fmla="*/ 270 h 644"/>
                <a:gd name="T22" fmla="*/ 398 w 516"/>
                <a:gd name="T23" fmla="*/ 270 h 644"/>
                <a:gd name="T24" fmla="*/ 265 w 516"/>
                <a:gd name="T25" fmla="*/ 60 h 644"/>
                <a:gd name="T26" fmla="*/ 121 w 516"/>
                <a:gd name="T27" fmla="*/ 270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16" h="644">
                  <a:moveTo>
                    <a:pt x="480" y="517"/>
                  </a:moveTo>
                  <a:cubicBezTo>
                    <a:pt x="506" y="559"/>
                    <a:pt x="506" y="559"/>
                    <a:pt x="506" y="559"/>
                  </a:cubicBezTo>
                  <a:cubicBezTo>
                    <a:pt x="446" y="605"/>
                    <a:pt x="373" y="644"/>
                    <a:pt x="285" y="644"/>
                  </a:cubicBezTo>
                  <a:cubicBezTo>
                    <a:pt x="107" y="644"/>
                    <a:pt x="0" y="525"/>
                    <a:pt x="0" y="321"/>
                  </a:cubicBezTo>
                  <a:cubicBezTo>
                    <a:pt x="0" y="118"/>
                    <a:pt x="115" y="0"/>
                    <a:pt x="267" y="0"/>
                  </a:cubicBezTo>
                  <a:cubicBezTo>
                    <a:pt x="424" y="0"/>
                    <a:pt x="516" y="109"/>
                    <a:pt x="516" y="297"/>
                  </a:cubicBezTo>
                  <a:cubicBezTo>
                    <a:pt x="516" y="331"/>
                    <a:pt x="516" y="331"/>
                    <a:pt x="516" y="331"/>
                  </a:cubicBezTo>
                  <a:cubicBezTo>
                    <a:pt x="120" y="331"/>
                    <a:pt x="120" y="331"/>
                    <a:pt x="120" y="331"/>
                  </a:cubicBezTo>
                  <a:cubicBezTo>
                    <a:pt x="122" y="511"/>
                    <a:pt x="184" y="569"/>
                    <a:pt x="314" y="569"/>
                  </a:cubicBezTo>
                  <a:cubicBezTo>
                    <a:pt x="368" y="569"/>
                    <a:pt x="436" y="546"/>
                    <a:pt x="480" y="517"/>
                  </a:cubicBezTo>
                  <a:close/>
                  <a:moveTo>
                    <a:pt x="121" y="270"/>
                  </a:moveTo>
                  <a:cubicBezTo>
                    <a:pt x="398" y="270"/>
                    <a:pt x="398" y="270"/>
                    <a:pt x="398" y="270"/>
                  </a:cubicBezTo>
                  <a:cubicBezTo>
                    <a:pt x="398" y="118"/>
                    <a:pt x="359" y="60"/>
                    <a:pt x="265" y="60"/>
                  </a:cubicBezTo>
                  <a:cubicBezTo>
                    <a:pt x="180" y="60"/>
                    <a:pt x="129" y="111"/>
                    <a:pt x="121" y="270"/>
                  </a:cubicBezTo>
                  <a:close/>
                </a:path>
              </a:pathLst>
            </a:custGeom>
            <a:solidFill>
              <a:srgbClr val="5E6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6"/>
            <p:cNvSpPr>
              <a:spLocks/>
            </p:cNvSpPr>
            <p:nvPr userDrawn="1"/>
          </p:nvSpPr>
          <p:spPr bwMode="auto">
            <a:xfrm>
              <a:off x="104303513" y="25039638"/>
              <a:ext cx="4556125" cy="7089775"/>
            </a:xfrm>
            <a:custGeom>
              <a:avLst/>
              <a:gdLst>
                <a:gd name="T0" fmla="*/ 368 w 405"/>
                <a:gd name="T1" fmla="*/ 0 h 630"/>
                <a:gd name="T2" fmla="*/ 405 w 405"/>
                <a:gd name="T3" fmla="*/ 7 h 630"/>
                <a:gd name="T4" fmla="*/ 378 w 405"/>
                <a:gd name="T5" fmla="*/ 130 h 630"/>
                <a:gd name="T6" fmla="*/ 339 w 405"/>
                <a:gd name="T7" fmla="*/ 123 h 630"/>
                <a:gd name="T8" fmla="*/ 204 w 405"/>
                <a:gd name="T9" fmla="*/ 284 h 630"/>
                <a:gd name="T10" fmla="*/ 204 w 405"/>
                <a:gd name="T11" fmla="*/ 501 h 630"/>
                <a:gd name="T12" fmla="*/ 309 w 405"/>
                <a:gd name="T13" fmla="*/ 588 h 630"/>
                <a:gd name="T14" fmla="*/ 309 w 405"/>
                <a:gd name="T15" fmla="*/ 630 h 630"/>
                <a:gd name="T16" fmla="*/ 4 w 405"/>
                <a:gd name="T17" fmla="*/ 630 h 630"/>
                <a:gd name="T18" fmla="*/ 4 w 405"/>
                <a:gd name="T19" fmla="*/ 588 h 630"/>
                <a:gd name="T20" fmla="*/ 91 w 405"/>
                <a:gd name="T21" fmla="*/ 501 h 630"/>
                <a:gd name="T22" fmla="*/ 91 w 405"/>
                <a:gd name="T23" fmla="*/ 197 h 630"/>
                <a:gd name="T24" fmla="*/ 0 w 405"/>
                <a:gd name="T25" fmla="*/ 91 h 630"/>
                <a:gd name="T26" fmla="*/ 0 w 405"/>
                <a:gd name="T27" fmla="*/ 54 h 630"/>
                <a:gd name="T28" fmla="*/ 159 w 405"/>
                <a:gd name="T29" fmla="*/ 4 h 630"/>
                <a:gd name="T30" fmla="*/ 178 w 405"/>
                <a:gd name="T31" fmla="*/ 4 h 630"/>
                <a:gd name="T32" fmla="*/ 199 w 405"/>
                <a:gd name="T33" fmla="*/ 146 h 630"/>
                <a:gd name="T34" fmla="*/ 368 w 405"/>
                <a:gd name="T35" fmla="*/ 0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05" h="630">
                  <a:moveTo>
                    <a:pt x="368" y="0"/>
                  </a:moveTo>
                  <a:cubicBezTo>
                    <a:pt x="381" y="0"/>
                    <a:pt x="395" y="3"/>
                    <a:pt x="405" y="7"/>
                  </a:cubicBezTo>
                  <a:cubicBezTo>
                    <a:pt x="378" y="130"/>
                    <a:pt x="378" y="130"/>
                    <a:pt x="378" y="130"/>
                  </a:cubicBezTo>
                  <a:cubicBezTo>
                    <a:pt x="369" y="126"/>
                    <a:pt x="358" y="123"/>
                    <a:pt x="339" y="123"/>
                  </a:cubicBezTo>
                  <a:cubicBezTo>
                    <a:pt x="237" y="123"/>
                    <a:pt x="204" y="163"/>
                    <a:pt x="204" y="284"/>
                  </a:cubicBezTo>
                  <a:cubicBezTo>
                    <a:pt x="204" y="501"/>
                    <a:pt x="204" y="501"/>
                    <a:pt x="204" y="501"/>
                  </a:cubicBezTo>
                  <a:cubicBezTo>
                    <a:pt x="204" y="572"/>
                    <a:pt x="216" y="584"/>
                    <a:pt x="309" y="588"/>
                  </a:cubicBezTo>
                  <a:cubicBezTo>
                    <a:pt x="309" y="630"/>
                    <a:pt x="309" y="630"/>
                    <a:pt x="309" y="630"/>
                  </a:cubicBezTo>
                  <a:cubicBezTo>
                    <a:pt x="4" y="630"/>
                    <a:pt x="4" y="630"/>
                    <a:pt x="4" y="630"/>
                  </a:cubicBezTo>
                  <a:cubicBezTo>
                    <a:pt x="4" y="588"/>
                    <a:pt x="4" y="588"/>
                    <a:pt x="4" y="588"/>
                  </a:cubicBezTo>
                  <a:cubicBezTo>
                    <a:pt x="75" y="583"/>
                    <a:pt x="91" y="572"/>
                    <a:pt x="91" y="501"/>
                  </a:cubicBezTo>
                  <a:cubicBezTo>
                    <a:pt x="91" y="197"/>
                    <a:pt x="91" y="197"/>
                    <a:pt x="91" y="197"/>
                  </a:cubicBezTo>
                  <a:cubicBezTo>
                    <a:pt x="91" y="106"/>
                    <a:pt x="73" y="94"/>
                    <a:pt x="0" y="9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159" y="4"/>
                    <a:pt x="159" y="4"/>
                    <a:pt x="159" y="4"/>
                  </a:cubicBezTo>
                  <a:cubicBezTo>
                    <a:pt x="178" y="4"/>
                    <a:pt x="178" y="4"/>
                    <a:pt x="178" y="4"/>
                  </a:cubicBezTo>
                  <a:cubicBezTo>
                    <a:pt x="186" y="25"/>
                    <a:pt x="199" y="77"/>
                    <a:pt x="199" y="146"/>
                  </a:cubicBezTo>
                  <a:cubicBezTo>
                    <a:pt x="247" y="60"/>
                    <a:pt x="301" y="0"/>
                    <a:pt x="368" y="0"/>
                  </a:cubicBezTo>
                  <a:close/>
                </a:path>
              </a:pathLst>
            </a:custGeom>
            <a:solidFill>
              <a:srgbClr val="5E6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37"/>
            <p:cNvSpPr>
              <a:spLocks noEditPoints="1"/>
            </p:cNvSpPr>
            <p:nvPr userDrawn="1"/>
          </p:nvSpPr>
          <p:spPr bwMode="auto">
            <a:xfrm>
              <a:off x="108792963" y="21934488"/>
              <a:ext cx="7099300" cy="10340975"/>
            </a:xfrm>
            <a:custGeom>
              <a:avLst/>
              <a:gdLst>
                <a:gd name="T0" fmla="*/ 150 w 631"/>
                <a:gd name="T1" fmla="*/ 906 h 919"/>
                <a:gd name="T2" fmla="*/ 78 w 631"/>
                <a:gd name="T3" fmla="*/ 906 h 919"/>
                <a:gd name="T4" fmla="*/ 94 w 631"/>
                <a:gd name="T5" fmla="*/ 761 h 919"/>
                <a:gd name="T6" fmla="*/ 94 w 631"/>
                <a:gd name="T7" fmla="*/ 181 h 919"/>
                <a:gd name="T8" fmla="*/ 0 w 631"/>
                <a:gd name="T9" fmla="*/ 75 h 919"/>
                <a:gd name="T10" fmla="*/ 0 w 631"/>
                <a:gd name="T11" fmla="*/ 36 h 919"/>
                <a:gd name="T12" fmla="*/ 174 w 631"/>
                <a:gd name="T13" fmla="*/ 0 h 919"/>
                <a:gd name="T14" fmla="*/ 192 w 631"/>
                <a:gd name="T15" fmla="*/ 0 h 919"/>
                <a:gd name="T16" fmla="*/ 207 w 631"/>
                <a:gd name="T17" fmla="*/ 122 h 919"/>
                <a:gd name="T18" fmla="*/ 207 w 631"/>
                <a:gd name="T19" fmla="*/ 375 h 919"/>
                <a:gd name="T20" fmla="*/ 399 w 631"/>
                <a:gd name="T21" fmla="*/ 281 h 919"/>
                <a:gd name="T22" fmla="*/ 631 w 631"/>
                <a:gd name="T23" fmla="*/ 591 h 919"/>
                <a:gd name="T24" fmla="*/ 386 w 631"/>
                <a:gd name="T25" fmla="*/ 919 h 919"/>
                <a:gd name="T26" fmla="*/ 191 w 631"/>
                <a:gd name="T27" fmla="*/ 823 h 919"/>
                <a:gd name="T28" fmla="*/ 150 w 631"/>
                <a:gd name="T29" fmla="*/ 906 h 919"/>
                <a:gd name="T30" fmla="*/ 368 w 631"/>
                <a:gd name="T31" fmla="*/ 362 h 919"/>
                <a:gd name="T32" fmla="*/ 207 w 631"/>
                <a:gd name="T33" fmla="*/ 439 h 919"/>
                <a:gd name="T34" fmla="*/ 207 w 631"/>
                <a:gd name="T35" fmla="*/ 772 h 919"/>
                <a:gd name="T36" fmla="*/ 363 w 631"/>
                <a:gd name="T37" fmla="*/ 844 h 919"/>
                <a:gd name="T38" fmla="*/ 509 w 631"/>
                <a:gd name="T39" fmla="*/ 588 h 919"/>
                <a:gd name="T40" fmla="*/ 368 w 631"/>
                <a:gd name="T41" fmla="*/ 362 h 9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31" h="919">
                  <a:moveTo>
                    <a:pt x="150" y="906"/>
                  </a:moveTo>
                  <a:cubicBezTo>
                    <a:pt x="78" y="906"/>
                    <a:pt x="78" y="906"/>
                    <a:pt x="78" y="906"/>
                  </a:cubicBezTo>
                  <a:cubicBezTo>
                    <a:pt x="89" y="876"/>
                    <a:pt x="94" y="842"/>
                    <a:pt x="94" y="761"/>
                  </a:cubicBezTo>
                  <a:cubicBezTo>
                    <a:pt x="94" y="181"/>
                    <a:pt x="94" y="181"/>
                    <a:pt x="94" y="181"/>
                  </a:cubicBezTo>
                  <a:cubicBezTo>
                    <a:pt x="94" y="90"/>
                    <a:pt x="73" y="78"/>
                    <a:pt x="0" y="75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174" y="0"/>
                    <a:pt x="174" y="0"/>
                    <a:pt x="174" y="0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200" y="23"/>
                    <a:pt x="207" y="65"/>
                    <a:pt x="207" y="122"/>
                  </a:cubicBezTo>
                  <a:cubicBezTo>
                    <a:pt x="207" y="375"/>
                    <a:pt x="207" y="375"/>
                    <a:pt x="207" y="375"/>
                  </a:cubicBezTo>
                  <a:cubicBezTo>
                    <a:pt x="250" y="330"/>
                    <a:pt x="310" y="281"/>
                    <a:pt x="399" y="281"/>
                  </a:cubicBezTo>
                  <a:cubicBezTo>
                    <a:pt x="539" y="281"/>
                    <a:pt x="631" y="383"/>
                    <a:pt x="631" y="591"/>
                  </a:cubicBezTo>
                  <a:cubicBezTo>
                    <a:pt x="631" y="797"/>
                    <a:pt x="541" y="919"/>
                    <a:pt x="386" y="919"/>
                  </a:cubicBezTo>
                  <a:cubicBezTo>
                    <a:pt x="292" y="919"/>
                    <a:pt x="232" y="869"/>
                    <a:pt x="191" y="823"/>
                  </a:cubicBezTo>
                  <a:cubicBezTo>
                    <a:pt x="184" y="845"/>
                    <a:pt x="166" y="887"/>
                    <a:pt x="150" y="906"/>
                  </a:cubicBezTo>
                  <a:close/>
                  <a:moveTo>
                    <a:pt x="368" y="362"/>
                  </a:moveTo>
                  <a:cubicBezTo>
                    <a:pt x="298" y="362"/>
                    <a:pt x="235" y="404"/>
                    <a:pt x="207" y="439"/>
                  </a:cubicBezTo>
                  <a:cubicBezTo>
                    <a:pt x="207" y="772"/>
                    <a:pt x="207" y="772"/>
                    <a:pt x="207" y="772"/>
                  </a:cubicBezTo>
                  <a:cubicBezTo>
                    <a:pt x="248" y="812"/>
                    <a:pt x="288" y="844"/>
                    <a:pt x="363" y="844"/>
                  </a:cubicBezTo>
                  <a:cubicBezTo>
                    <a:pt x="461" y="844"/>
                    <a:pt x="509" y="784"/>
                    <a:pt x="509" y="588"/>
                  </a:cubicBezTo>
                  <a:cubicBezTo>
                    <a:pt x="509" y="418"/>
                    <a:pt x="464" y="362"/>
                    <a:pt x="368" y="362"/>
                  </a:cubicBezTo>
                  <a:close/>
                </a:path>
              </a:pathLst>
            </a:custGeom>
            <a:solidFill>
              <a:srgbClr val="5E6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38"/>
            <p:cNvSpPr>
              <a:spLocks/>
            </p:cNvSpPr>
            <p:nvPr userDrawn="1"/>
          </p:nvSpPr>
          <p:spPr bwMode="auto">
            <a:xfrm>
              <a:off x="116285963" y="25039638"/>
              <a:ext cx="4556125" cy="7089775"/>
            </a:xfrm>
            <a:custGeom>
              <a:avLst/>
              <a:gdLst>
                <a:gd name="T0" fmla="*/ 367 w 405"/>
                <a:gd name="T1" fmla="*/ 0 h 630"/>
                <a:gd name="T2" fmla="*/ 405 w 405"/>
                <a:gd name="T3" fmla="*/ 7 h 630"/>
                <a:gd name="T4" fmla="*/ 377 w 405"/>
                <a:gd name="T5" fmla="*/ 130 h 630"/>
                <a:gd name="T6" fmla="*/ 339 w 405"/>
                <a:gd name="T7" fmla="*/ 123 h 630"/>
                <a:gd name="T8" fmla="*/ 204 w 405"/>
                <a:gd name="T9" fmla="*/ 284 h 630"/>
                <a:gd name="T10" fmla="*/ 204 w 405"/>
                <a:gd name="T11" fmla="*/ 501 h 630"/>
                <a:gd name="T12" fmla="*/ 309 w 405"/>
                <a:gd name="T13" fmla="*/ 588 h 630"/>
                <a:gd name="T14" fmla="*/ 309 w 405"/>
                <a:gd name="T15" fmla="*/ 630 h 630"/>
                <a:gd name="T16" fmla="*/ 4 w 405"/>
                <a:gd name="T17" fmla="*/ 630 h 630"/>
                <a:gd name="T18" fmla="*/ 4 w 405"/>
                <a:gd name="T19" fmla="*/ 588 h 630"/>
                <a:gd name="T20" fmla="*/ 91 w 405"/>
                <a:gd name="T21" fmla="*/ 501 h 630"/>
                <a:gd name="T22" fmla="*/ 91 w 405"/>
                <a:gd name="T23" fmla="*/ 197 h 630"/>
                <a:gd name="T24" fmla="*/ 0 w 405"/>
                <a:gd name="T25" fmla="*/ 91 h 630"/>
                <a:gd name="T26" fmla="*/ 0 w 405"/>
                <a:gd name="T27" fmla="*/ 54 h 630"/>
                <a:gd name="T28" fmla="*/ 159 w 405"/>
                <a:gd name="T29" fmla="*/ 4 h 630"/>
                <a:gd name="T30" fmla="*/ 177 w 405"/>
                <a:gd name="T31" fmla="*/ 4 h 630"/>
                <a:gd name="T32" fmla="*/ 199 w 405"/>
                <a:gd name="T33" fmla="*/ 146 h 630"/>
                <a:gd name="T34" fmla="*/ 367 w 405"/>
                <a:gd name="T35" fmla="*/ 0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05" h="630">
                  <a:moveTo>
                    <a:pt x="367" y="0"/>
                  </a:moveTo>
                  <a:cubicBezTo>
                    <a:pt x="381" y="0"/>
                    <a:pt x="395" y="3"/>
                    <a:pt x="405" y="7"/>
                  </a:cubicBezTo>
                  <a:cubicBezTo>
                    <a:pt x="377" y="130"/>
                    <a:pt x="377" y="130"/>
                    <a:pt x="377" y="130"/>
                  </a:cubicBezTo>
                  <a:cubicBezTo>
                    <a:pt x="369" y="126"/>
                    <a:pt x="358" y="123"/>
                    <a:pt x="339" y="123"/>
                  </a:cubicBezTo>
                  <a:cubicBezTo>
                    <a:pt x="237" y="123"/>
                    <a:pt x="204" y="163"/>
                    <a:pt x="204" y="284"/>
                  </a:cubicBezTo>
                  <a:cubicBezTo>
                    <a:pt x="204" y="501"/>
                    <a:pt x="204" y="501"/>
                    <a:pt x="204" y="501"/>
                  </a:cubicBezTo>
                  <a:cubicBezTo>
                    <a:pt x="204" y="572"/>
                    <a:pt x="216" y="584"/>
                    <a:pt x="309" y="588"/>
                  </a:cubicBezTo>
                  <a:cubicBezTo>
                    <a:pt x="309" y="630"/>
                    <a:pt x="309" y="630"/>
                    <a:pt x="309" y="630"/>
                  </a:cubicBezTo>
                  <a:cubicBezTo>
                    <a:pt x="4" y="630"/>
                    <a:pt x="4" y="630"/>
                    <a:pt x="4" y="630"/>
                  </a:cubicBezTo>
                  <a:cubicBezTo>
                    <a:pt x="4" y="588"/>
                    <a:pt x="4" y="588"/>
                    <a:pt x="4" y="588"/>
                  </a:cubicBezTo>
                  <a:cubicBezTo>
                    <a:pt x="74" y="583"/>
                    <a:pt x="91" y="572"/>
                    <a:pt x="91" y="501"/>
                  </a:cubicBezTo>
                  <a:cubicBezTo>
                    <a:pt x="91" y="197"/>
                    <a:pt x="91" y="197"/>
                    <a:pt x="91" y="197"/>
                  </a:cubicBezTo>
                  <a:cubicBezTo>
                    <a:pt x="91" y="106"/>
                    <a:pt x="73" y="94"/>
                    <a:pt x="0" y="9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159" y="4"/>
                    <a:pt x="159" y="4"/>
                    <a:pt x="159" y="4"/>
                  </a:cubicBezTo>
                  <a:cubicBezTo>
                    <a:pt x="177" y="4"/>
                    <a:pt x="177" y="4"/>
                    <a:pt x="177" y="4"/>
                  </a:cubicBezTo>
                  <a:cubicBezTo>
                    <a:pt x="186" y="25"/>
                    <a:pt x="199" y="77"/>
                    <a:pt x="199" y="146"/>
                  </a:cubicBezTo>
                  <a:cubicBezTo>
                    <a:pt x="247" y="60"/>
                    <a:pt x="300" y="0"/>
                    <a:pt x="367" y="0"/>
                  </a:cubicBezTo>
                  <a:close/>
                </a:path>
              </a:pathLst>
            </a:custGeom>
            <a:solidFill>
              <a:srgbClr val="5E6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39"/>
            <p:cNvSpPr>
              <a:spLocks noEditPoints="1"/>
            </p:cNvSpPr>
            <p:nvPr userDrawn="1"/>
          </p:nvSpPr>
          <p:spPr bwMode="auto">
            <a:xfrm>
              <a:off x="121416763" y="22248813"/>
              <a:ext cx="3262313" cy="9880600"/>
            </a:xfrm>
            <a:custGeom>
              <a:avLst/>
              <a:gdLst>
                <a:gd name="T0" fmla="*/ 3 w 290"/>
                <a:gd name="T1" fmla="*/ 878 h 878"/>
                <a:gd name="T2" fmla="*/ 3 w 290"/>
                <a:gd name="T3" fmla="*/ 836 h 878"/>
                <a:gd name="T4" fmla="*/ 90 w 290"/>
                <a:gd name="T5" fmla="*/ 749 h 878"/>
                <a:gd name="T6" fmla="*/ 90 w 290"/>
                <a:gd name="T7" fmla="*/ 445 h 878"/>
                <a:gd name="T8" fmla="*/ 0 w 290"/>
                <a:gd name="T9" fmla="*/ 339 h 878"/>
                <a:gd name="T10" fmla="*/ 0 w 290"/>
                <a:gd name="T11" fmla="*/ 302 h 878"/>
                <a:gd name="T12" fmla="*/ 185 w 290"/>
                <a:gd name="T13" fmla="*/ 252 h 878"/>
                <a:gd name="T14" fmla="*/ 203 w 290"/>
                <a:gd name="T15" fmla="*/ 252 h 878"/>
                <a:gd name="T16" fmla="*/ 203 w 290"/>
                <a:gd name="T17" fmla="*/ 749 h 878"/>
                <a:gd name="T18" fmla="*/ 290 w 290"/>
                <a:gd name="T19" fmla="*/ 836 h 878"/>
                <a:gd name="T20" fmla="*/ 290 w 290"/>
                <a:gd name="T21" fmla="*/ 878 h 878"/>
                <a:gd name="T22" fmla="*/ 3 w 290"/>
                <a:gd name="T23" fmla="*/ 878 h 878"/>
                <a:gd name="T24" fmla="*/ 139 w 290"/>
                <a:gd name="T25" fmla="*/ 157 h 878"/>
                <a:gd name="T26" fmla="*/ 62 w 290"/>
                <a:gd name="T27" fmla="*/ 78 h 878"/>
                <a:gd name="T28" fmla="*/ 139 w 290"/>
                <a:gd name="T29" fmla="*/ 0 h 878"/>
                <a:gd name="T30" fmla="*/ 216 w 290"/>
                <a:gd name="T31" fmla="*/ 78 h 878"/>
                <a:gd name="T32" fmla="*/ 139 w 290"/>
                <a:gd name="T33" fmla="*/ 157 h 8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0" h="878">
                  <a:moveTo>
                    <a:pt x="3" y="878"/>
                  </a:moveTo>
                  <a:cubicBezTo>
                    <a:pt x="3" y="836"/>
                    <a:pt x="3" y="836"/>
                    <a:pt x="3" y="836"/>
                  </a:cubicBezTo>
                  <a:cubicBezTo>
                    <a:pt x="74" y="831"/>
                    <a:pt x="90" y="820"/>
                    <a:pt x="90" y="749"/>
                  </a:cubicBezTo>
                  <a:cubicBezTo>
                    <a:pt x="90" y="445"/>
                    <a:pt x="90" y="445"/>
                    <a:pt x="90" y="445"/>
                  </a:cubicBezTo>
                  <a:cubicBezTo>
                    <a:pt x="90" y="354"/>
                    <a:pt x="73" y="342"/>
                    <a:pt x="0" y="339"/>
                  </a:cubicBezTo>
                  <a:cubicBezTo>
                    <a:pt x="0" y="302"/>
                    <a:pt x="0" y="302"/>
                    <a:pt x="0" y="302"/>
                  </a:cubicBezTo>
                  <a:cubicBezTo>
                    <a:pt x="185" y="252"/>
                    <a:pt x="185" y="252"/>
                    <a:pt x="185" y="252"/>
                  </a:cubicBezTo>
                  <a:cubicBezTo>
                    <a:pt x="203" y="252"/>
                    <a:pt x="203" y="252"/>
                    <a:pt x="203" y="252"/>
                  </a:cubicBezTo>
                  <a:cubicBezTo>
                    <a:pt x="203" y="749"/>
                    <a:pt x="203" y="749"/>
                    <a:pt x="203" y="749"/>
                  </a:cubicBezTo>
                  <a:cubicBezTo>
                    <a:pt x="203" y="820"/>
                    <a:pt x="212" y="832"/>
                    <a:pt x="290" y="836"/>
                  </a:cubicBezTo>
                  <a:cubicBezTo>
                    <a:pt x="290" y="878"/>
                    <a:pt x="290" y="878"/>
                    <a:pt x="290" y="878"/>
                  </a:cubicBezTo>
                  <a:lnTo>
                    <a:pt x="3" y="878"/>
                  </a:lnTo>
                  <a:close/>
                  <a:moveTo>
                    <a:pt x="139" y="157"/>
                  </a:moveTo>
                  <a:cubicBezTo>
                    <a:pt x="95" y="157"/>
                    <a:pt x="62" y="122"/>
                    <a:pt x="62" y="78"/>
                  </a:cubicBezTo>
                  <a:cubicBezTo>
                    <a:pt x="62" y="35"/>
                    <a:pt x="95" y="0"/>
                    <a:pt x="139" y="0"/>
                  </a:cubicBezTo>
                  <a:cubicBezTo>
                    <a:pt x="182" y="0"/>
                    <a:pt x="216" y="35"/>
                    <a:pt x="216" y="78"/>
                  </a:cubicBezTo>
                  <a:cubicBezTo>
                    <a:pt x="216" y="122"/>
                    <a:pt x="182" y="157"/>
                    <a:pt x="139" y="157"/>
                  </a:cubicBezTo>
                  <a:close/>
                </a:path>
              </a:pathLst>
            </a:custGeom>
            <a:solidFill>
              <a:srgbClr val="5D6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40"/>
            <p:cNvSpPr>
              <a:spLocks noEditPoints="1"/>
            </p:cNvSpPr>
            <p:nvPr userDrawn="1"/>
          </p:nvSpPr>
          <p:spPr bwMode="auto">
            <a:xfrm>
              <a:off x="125128338" y="21934488"/>
              <a:ext cx="7143750" cy="10374313"/>
            </a:xfrm>
            <a:custGeom>
              <a:avLst/>
              <a:gdLst>
                <a:gd name="T0" fmla="*/ 245 w 635"/>
                <a:gd name="T1" fmla="*/ 919 h 922"/>
                <a:gd name="T2" fmla="*/ 0 w 635"/>
                <a:gd name="T3" fmla="*/ 607 h 922"/>
                <a:gd name="T4" fmla="*/ 255 w 635"/>
                <a:gd name="T5" fmla="*/ 281 h 922"/>
                <a:gd name="T6" fmla="*/ 423 w 635"/>
                <a:gd name="T7" fmla="*/ 356 h 922"/>
                <a:gd name="T8" fmla="*/ 423 w 635"/>
                <a:gd name="T9" fmla="*/ 181 h 922"/>
                <a:gd name="T10" fmla="*/ 329 w 635"/>
                <a:gd name="T11" fmla="*/ 75 h 922"/>
                <a:gd name="T12" fmla="*/ 329 w 635"/>
                <a:gd name="T13" fmla="*/ 36 h 922"/>
                <a:gd name="T14" fmla="*/ 510 w 635"/>
                <a:gd name="T15" fmla="*/ 0 h 922"/>
                <a:gd name="T16" fmla="*/ 536 w 635"/>
                <a:gd name="T17" fmla="*/ 0 h 922"/>
                <a:gd name="T18" fmla="*/ 536 w 635"/>
                <a:gd name="T19" fmla="*/ 735 h 922"/>
                <a:gd name="T20" fmla="*/ 635 w 635"/>
                <a:gd name="T21" fmla="*/ 840 h 922"/>
                <a:gd name="T22" fmla="*/ 635 w 635"/>
                <a:gd name="T23" fmla="*/ 878 h 922"/>
                <a:gd name="T24" fmla="*/ 477 w 635"/>
                <a:gd name="T25" fmla="*/ 922 h 922"/>
                <a:gd name="T26" fmla="*/ 458 w 635"/>
                <a:gd name="T27" fmla="*/ 922 h 922"/>
                <a:gd name="T28" fmla="*/ 431 w 635"/>
                <a:gd name="T29" fmla="*/ 814 h 922"/>
                <a:gd name="T30" fmla="*/ 245 w 635"/>
                <a:gd name="T31" fmla="*/ 919 h 922"/>
                <a:gd name="T32" fmla="*/ 264 w 635"/>
                <a:gd name="T33" fmla="*/ 849 h 922"/>
                <a:gd name="T34" fmla="*/ 423 w 635"/>
                <a:gd name="T35" fmla="*/ 760 h 922"/>
                <a:gd name="T36" fmla="*/ 423 w 635"/>
                <a:gd name="T37" fmla="*/ 423 h 922"/>
                <a:gd name="T38" fmla="*/ 273 w 635"/>
                <a:gd name="T39" fmla="*/ 352 h 922"/>
                <a:gd name="T40" fmla="*/ 122 w 635"/>
                <a:gd name="T41" fmla="*/ 592 h 922"/>
                <a:gd name="T42" fmla="*/ 264 w 635"/>
                <a:gd name="T43" fmla="*/ 849 h 9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35" h="922">
                  <a:moveTo>
                    <a:pt x="245" y="919"/>
                  </a:moveTo>
                  <a:cubicBezTo>
                    <a:pt x="118" y="919"/>
                    <a:pt x="0" y="833"/>
                    <a:pt x="0" y="607"/>
                  </a:cubicBezTo>
                  <a:cubicBezTo>
                    <a:pt x="0" y="413"/>
                    <a:pt x="96" y="281"/>
                    <a:pt x="255" y="281"/>
                  </a:cubicBezTo>
                  <a:cubicBezTo>
                    <a:pt x="317" y="281"/>
                    <a:pt x="378" y="306"/>
                    <a:pt x="423" y="356"/>
                  </a:cubicBezTo>
                  <a:cubicBezTo>
                    <a:pt x="423" y="181"/>
                    <a:pt x="423" y="181"/>
                    <a:pt x="423" y="181"/>
                  </a:cubicBezTo>
                  <a:cubicBezTo>
                    <a:pt x="423" y="90"/>
                    <a:pt x="402" y="78"/>
                    <a:pt x="329" y="75"/>
                  </a:cubicBezTo>
                  <a:cubicBezTo>
                    <a:pt x="329" y="36"/>
                    <a:pt x="329" y="36"/>
                    <a:pt x="329" y="36"/>
                  </a:cubicBezTo>
                  <a:cubicBezTo>
                    <a:pt x="510" y="0"/>
                    <a:pt x="510" y="0"/>
                    <a:pt x="510" y="0"/>
                  </a:cubicBezTo>
                  <a:cubicBezTo>
                    <a:pt x="536" y="0"/>
                    <a:pt x="536" y="0"/>
                    <a:pt x="536" y="0"/>
                  </a:cubicBezTo>
                  <a:cubicBezTo>
                    <a:pt x="536" y="735"/>
                    <a:pt x="536" y="735"/>
                    <a:pt x="536" y="735"/>
                  </a:cubicBezTo>
                  <a:cubicBezTo>
                    <a:pt x="536" y="825"/>
                    <a:pt x="555" y="838"/>
                    <a:pt x="635" y="840"/>
                  </a:cubicBezTo>
                  <a:cubicBezTo>
                    <a:pt x="635" y="878"/>
                    <a:pt x="635" y="878"/>
                    <a:pt x="635" y="878"/>
                  </a:cubicBezTo>
                  <a:cubicBezTo>
                    <a:pt x="477" y="922"/>
                    <a:pt x="477" y="922"/>
                    <a:pt x="477" y="922"/>
                  </a:cubicBezTo>
                  <a:cubicBezTo>
                    <a:pt x="458" y="922"/>
                    <a:pt x="458" y="922"/>
                    <a:pt x="458" y="922"/>
                  </a:cubicBezTo>
                  <a:cubicBezTo>
                    <a:pt x="451" y="907"/>
                    <a:pt x="435" y="864"/>
                    <a:pt x="431" y="814"/>
                  </a:cubicBezTo>
                  <a:cubicBezTo>
                    <a:pt x="384" y="875"/>
                    <a:pt x="310" y="919"/>
                    <a:pt x="245" y="919"/>
                  </a:cubicBezTo>
                  <a:close/>
                  <a:moveTo>
                    <a:pt x="264" y="849"/>
                  </a:moveTo>
                  <a:cubicBezTo>
                    <a:pt x="320" y="849"/>
                    <a:pt x="374" y="814"/>
                    <a:pt x="423" y="760"/>
                  </a:cubicBezTo>
                  <a:cubicBezTo>
                    <a:pt x="423" y="423"/>
                    <a:pt x="423" y="423"/>
                    <a:pt x="423" y="423"/>
                  </a:cubicBezTo>
                  <a:cubicBezTo>
                    <a:pt x="385" y="376"/>
                    <a:pt x="325" y="352"/>
                    <a:pt x="273" y="352"/>
                  </a:cubicBezTo>
                  <a:cubicBezTo>
                    <a:pt x="179" y="352"/>
                    <a:pt x="122" y="398"/>
                    <a:pt x="122" y="592"/>
                  </a:cubicBezTo>
                  <a:cubicBezTo>
                    <a:pt x="122" y="784"/>
                    <a:pt x="166" y="849"/>
                    <a:pt x="264" y="849"/>
                  </a:cubicBezTo>
                  <a:close/>
                </a:path>
              </a:pathLst>
            </a:custGeom>
            <a:solidFill>
              <a:srgbClr val="5E6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41"/>
            <p:cNvSpPr>
              <a:spLocks noEditPoints="1"/>
            </p:cNvSpPr>
            <p:nvPr userDrawn="1"/>
          </p:nvSpPr>
          <p:spPr bwMode="auto">
            <a:xfrm>
              <a:off x="132543550" y="25017413"/>
              <a:ext cx="6546850" cy="9755188"/>
            </a:xfrm>
            <a:custGeom>
              <a:avLst/>
              <a:gdLst>
                <a:gd name="T0" fmla="*/ 0 w 582"/>
                <a:gd name="T1" fmla="*/ 724 h 867"/>
                <a:gd name="T2" fmla="*/ 64 w 582"/>
                <a:gd name="T3" fmla="*/ 637 h 867"/>
                <a:gd name="T4" fmla="*/ 116 w 582"/>
                <a:gd name="T5" fmla="*/ 635 h 867"/>
                <a:gd name="T6" fmla="*/ 102 w 582"/>
                <a:gd name="T7" fmla="*/ 699 h 867"/>
                <a:gd name="T8" fmla="*/ 259 w 582"/>
                <a:gd name="T9" fmla="*/ 807 h 867"/>
                <a:gd name="T10" fmla="*/ 433 w 582"/>
                <a:gd name="T11" fmla="*/ 692 h 867"/>
                <a:gd name="T12" fmla="*/ 239 w 582"/>
                <a:gd name="T13" fmla="*/ 596 h 867"/>
                <a:gd name="T14" fmla="*/ 128 w 582"/>
                <a:gd name="T15" fmla="*/ 589 h 867"/>
                <a:gd name="T16" fmla="*/ 48 w 582"/>
                <a:gd name="T17" fmla="*/ 492 h 867"/>
                <a:gd name="T18" fmla="*/ 163 w 582"/>
                <a:gd name="T19" fmla="*/ 385 h 867"/>
                <a:gd name="T20" fmla="*/ 15 w 582"/>
                <a:gd name="T21" fmla="*/ 209 h 867"/>
                <a:gd name="T22" fmla="*/ 249 w 582"/>
                <a:gd name="T23" fmla="*/ 5 h 867"/>
                <a:gd name="T24" fmla="*/ 346 w 582"/>
                <a:gd name="T25" fmla="*/ 19 h 867"/>
                <a:gd name="T26" fmla="*/ 439 w 582"/>
                <a:gd name="T27" fmla="*/ 38 h 867"/>
                <a:gd name="T28" fmla="*/ 539 w 582"/>
                <a:gd name="T29" fmla="*/ 0 h 867"/>
                <a:gd name="T30" fmla="*/ 582 w 582"/>
                <a:gd name="T31" fmla="*/ 81 h 867"/>
                <a:gd name="T32" fmla="*/ 495 w 582"/>
                <a:gd name="T33" fmla="*/ 103 h 867"/>
                <a:gd name="T34" fmla="*/ 408 w 582"/>
                <a:gd name="T35" fmla="*/ 79 h 867"/>
                <a:gd name="T36" fmla="*/ 482 w 582"/>
                <a:gd name="T37" fmla="*/ 211 h 867"/>
                <a:gd name="T38" fmla="*/ 250 w 582"/>
                <a:gd name="T39" fmla="*/ 400 h 867"/>
                <a:gd name="T40" fmla="*/ 223 w 582"/>
                <a:gd name="T41" fmla="*/ 401 h 867"/>
                <a:gd name="T42" fmla="*/ 147 w 582"/>
                <a:gd name="T43" fmla="*/ 466 h 867"/>
                <a:gd name="T44" fmla="*/ 192 w 582"/>
                <a:gd name="T45" fmla="*/ 497 h 867"/>
                <a:gd name="T46" fmla="*/ 306 w 582"/>
                <a:gd name="T47" fmla="*/ 497 h 867"/>
                <a:gd name="T48" fmla="*/ 534 w 582"/>
                <a:gd name="T49" fmla="*/ 668 h 867"/>
                <a:gd name="T50" fmla="*/ 261 w 582"/>
                <a:gd name="T51" fmla="*/ 867 h 867"/>
                <a:gd name="T52" fmla="*/ 0 w 582"/>
                <a:gd name="T53" fmla="*/ 724 h 867"/>
                <a:gd name="T54" fmla="*/ 361 w 582"/>
                <a:gd name="T55" fmla="*/ 207 h 867"/>
                <a:gd name="T56" fmla="*/ 246 w 582"/>
                <a:gd name="T57" fmla="*/ 63 h 867"/>
                <a:gd name="T58" fmla="*/ 133 w 582"/>
                <a:gd name="T59" fmla="*/ 204 h 867"/>
                <a:gd name="T60" fmla="*/ 248 w 582"/>
                <a:gd name="T61" fmla="*/ 344 h 867"/>
                <a:gd name="T62" fmla="*/ 361 w 582"/>
                <a:gd name="T63" fmla="*/ 207 h 8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82" h="867">
                  <a:moveTo>
                    <a:pt x="0" y="724"/>
                  </a:moveTo>
                  <a:cubicBezTo>
                    <a:pt x="0" y="679"/>
                    <a:pt x="34" y="654"/>
                    <a:pt x="64" y="637"/>
                  </a:cubicBezTo>
                  <a:cubicBezTo>
                    <a:pt x="116" y="635"/>
                    <a:pt x="116" y="635"/>
                    <a:pt x="116" y="635"/>
                  </a:cubicBezTo>
                  <a:cubicBezTo>
                    <a:pt x="110" y="646"/>
                    <a:pt x="102" y="673"/>
                    <a:pt x="102" y="699"/>
                  </a:cubicBezTo>
                  <a:cubicBezTo>
                    <a:pt x="102" y="769"/>
                    <a:pt x="139" y="807"/>
                    <a:pt x="259" y="807"/>
                  </a:cubicBezTo>
                  <a:cubicBezTo>
                    <a:pt x="389" y="807"/>
                    <a:pt x="433" y="759"/>
                    <a:pt x="433" y="692"/>
                  </a:cubicBezTo>
                  <a:cubicBezTo>
                    <a:pt x="433" y="616"/>
                    <a:pt x="402" y="600"/>
                    <a:pt x="239" y="596"/>
                  </a:cubicBezTo>
                  <a:cubicBezTo>
                    <a:pt x="195" y="595"/>
                    <a:pt x="152" y="591"/>
                    <a:pt x="128" y="589"/>
                  </a:cubicBezTo>
                  <a:cubicBezTo>
                    <a:pt x="74" y="582"/>
                    <a:pt x="48" y="538"/>
                    <a:pt x="48" y="492"/>
                  </a:cubicBezTo>
                  <a:cubicBezTo>
                    <a:pt x="48" y="443"/>
                    <a:pt x="96" y="407"/>
                    <a:pt x="163" y="385"/>
                  </a:cubicBezTo>
                  <a:cubicBezTo>
                    <a:pt x="72" y="364"/>
                    <a:pt x="15" y="291"/>
                    <a:pt x="15" y="209"/>
                  </a:cubicBezTo>
                  <a:cubicBezTo>
                    <a:pt x="15" y="88"/>
                    <a:pt x="106" y="5"/>
                    <a:pt x="249" y="5"/>
                  </a:cubicBezTo>
                  <a:cubicBezTo>
                    <a:pt x="282" y="5"/>
                    <a:pt x="308" y="7"/>
                    <a:pt x="346" y="19"/>
                  </a:cubicBezTo>
                  <a:cubicBezTo>
                    <a:pt x="378" y="29"/>
                    <a:pt x="411" y="38"/>
                    <a:pt x="439" y="38"/>
                  </a:cubicBezTo>
                  <a:cubicBezTo>
                    <a:pt x="476" y="38"/>
                    <a:pt x="506" y="24"/>
                    <a:pt x="539" y="0"/>
                  </a:cubicBezTo>
                  <a:cubicBezTo>
                    <a:pt x="582" y="81"/>
                    <a:pt x="582" y="81"/>
                    <a:pt x="582" y="81"/>
                  </a:cubicBezTo>
                  <a:cubicBezTo>
                    <a:pt x="554" y="94"/>
                    <a:pt x="527" y="103"/>
                    <a:pt x="495" y="103"/>
                  </a:cubicBezTo>
                  <a:cubicBezTo>
                    <a:pt x="470" y="103"/>
                    <a:pt x="442" y="96"/>
                    <a:pt x="408" y="79"/>
                  </a:cubicBezTo>
                  <a:cubicBezTo>
                    <a:pt x="449" y="111"/>
                    <a:pt x="482" y="155"/>
                    <a:pt x="482" y="211"/>
                  </a:cubicBezTo>
                  <a:cubicBezTo>
                    <a:pt x="482" y="293"/>
                    <a:pt x="429" y="391"/>
                    <a:pt x="250" y="400"/>
                  </a:cubicBezTo>
                  <a:cubicBezTo>
                    <a:pt x="241" y="401"/>
                    <a:pt x="233" y="401"/>
                    <a:pt x="223" y="401"/>
                  </a:cubicBezTo>
                  <a:cubicBezTo>
                    <a:pt x="178" y="414"/>
                    <a:pt x="147" y="438"/>
                    <a:pt x="147" y="466"/>
                  </a:cubicBezTo>
                  <a:cubicBezTo>
                    <a:pt x="147" y="484"/>
                    <a:pt x="162" y="497"/>
                    <a:pt x="192" y="497"/>
                  </a:cubicBezTo>
                  <a:cubicBezTo>
                    <a:pt x="306" y="497"/>
                    <a:pt x="306" y="497"/>
                    <a:pt x="306" y="497"/>
                  </a:cubicBezTo>
                  <a:cubicBezTo>
                    <a:pt x="451" y="497"/>
                    <a:pt x="534" y="536"/>
                    <a:pt x="534" y="668"/>
                  </a:cubicBezTo>
                  <a:cubicBezTo>
                    <a:pt x="534" y="790"/>
                    <a:pt x="415" y="867"/>
                    <a:pt x="261" y="867"/>
                  </a:cubicBezTo>
                  <a:cubicBezTo>
                    <a:pt x="90" y="867"/>
                    <a:pt x="0" y="800"/>
                    <a:pt x="0" y="724"/>
                  </a:cubicBezTo>
                  <a:close/>
                  <a:moveTo>
                    <a:pt x="361" y="207"/>
                  </a:moveTo>
                  <a:cubicBezTo>
                    <a:pt x="361" y="108"/>
                    <a:pt x="325" y="63"/>
                    <a:pt x="246" y="63"/>
                  </a:cubicBezTo>
                  <a:cubicBezTo>
                    <a:pt x="173" y="63"/>
                    <a:pt x="133" y="106"/>
                    <a:pt x="133" y="204"/>
                  </a:cubicBezTo>
                  <a:cubicBezTo>
                    <a:pt x="133" y="299"/>
                    <a:pt x="174" y="344"/>
                    <a:pt x="248" y="344"/>
                  </a:cubicBezTo>
                  <a:cubicBezTo>
                    <a:pt x="322" y="344"/>
                    <a:pt x="361" y="302"/>
                    <a:pt x="361" y="207"/>
                  </a:cubicBezTo>
                  <a:close/>
                </a:path>
              </a:pathLst>
            </a:custGeom>
            <a:solidFill>
              <a:srgbClr val="5E6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42"/>
            <p:cNvSpPr>
              <a:spLocks noEditPoints="1"/>
            </p:cNvSpPr>
            <p:nvPr userDrawn="1"/>
          </p:nvSpPr>
          <p:spPr bwMode="auto">
            <a:xfrm>
              <a:off x="139225338" y="25039638"/>
              <a:ext cx="5794375" cy="7246938"/>
            </a:xfrm>
            <a:custGeom>
              <a:avLst/>
              <a:gdLst>
                <a:gd name="T0" fmla="*/ 479 w 515"/>
                <a:gd name="T1" fmla="*/ 517 h 644"/>
                <a:gd name="T2" fmla="*/ 505 w 515"/>
                <a:gd name="T3" fmla="*/ 559 h 644"/>
                <a:gd name="T4" fmla="*/ 284 w 515"/>
                <a:gd name="T5" fmla="*/ 644 h 644"/>
                <a:gd name="T6" fmla="*/ 0 w 515"/>
                <a:gd name="T7" fmla="*/ 321 h 644"/>
                <a:gd name="T8" fmla="*/ 267 w 515"/>
                <a:gd name="T9" fmla="*/ 0 h 644"/>
                <a:gd name="T10" fmla="*/ 515 w 515"/>
                <a:gd name="T11" fmla="*/ 297 h 644"/>
                <a:gd name="T12" fmla="*/ 515 w 515"/>
                <a:gd name="T13" fmla="*/ 331 h 644"/>
                <a:gd name="T14" fmla="*/ 119 w 515"/>
                <a:gd name="T15" fmla="*/ 331 h 644"/>
                <a:gd name="T16" fmla="*/ 314 w 515"/>
                <a:gd name="T17" fmla="*/ 569 h 644"/>
                <a:gd name="T18" fmla="*/ 479 w 515"/>
                <a:gd name="T19" fmla="*/ 517 h 644"/>
                <a:gd name="T20" fmla="*/ 120 w 515"/>
                <a:gd name="T21" fmla="*/ 270 h 644"/>
                <a:gd name="T22" fmla="*/ 397 w 515"/>
                <a:gd name="T23" fmla="*/ 270 h 644"/>
                <a:gd name="T24" fmla="*/ 265 w 515"/>
                <a:gd name="T25" fmla="*/ 60 h 644"/>
                <a:gd name="T26" fmla="*/ 120 w 515"/>
                <a:gd name="T27" fmla="*/ 270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15" h="644">
                  <a:moveTo>
                    <a:pt x="479" y="517"/>
                  </a:moveTo>
                  <a:cubicBezTo>
                    <a:pt x="505" y="559"/>
                    <a:pt x="505" y="559"/>
                    <a:pt x="505" y="559"/>
                  </a:cubicBezTo>
                  <a:cubicBezTo>
                    <a:pt x="446" y="605"/>
                    <a:pt x="373" y="644"/>
                    <a:pt x="284" y="644"/>
                  </a:cubicBezTo>
                  <a:cubicBezTo>
                    <a:pt x="107" y="644"/>
                    <a:pt x="0" y="525"/>
                    <a:pt x="0" y="321"/>
                  </a:cubicBezTo>
                  <a:cubicBezTo>
                    <a:pt x="0" y="118"/>
                    <a:pt x="114" y="0"/>
                    <a:pt x="267" y="0"/>
                  </a:cubicBezTo>
                  <a:cubicBezTo>
                    <a:pt x="423" y="0"/>
                    <a:pt x="515" y="109"/>
                    <a:pt x="515" y="297"/>
                  </a:cubicBezTo>
                  <a:cubicBezTo>
                    <a:pt x="515" y="331"/>
                    <a:pt x="515" y="331"/>
                    <a:pt x="515" y="331"/>
                  </a:cubicBezTo>
                  <a:cubicBezTo>
                    <a:pt x="119" y="331"/>
                    <a:pt x="119" y="331"/>
                    <a:pt x="119" y="331"/>
                  </a:cubicBezTo>
                  <a:cubicBezTo>
                    <a:pt x="122" y="511"/>
                    <a:pt x="184" y="569"/>
                    <a:pt x="314" y="569"/>
                  </a:cubicBezTo>
                  <a:cubicBezTo>
                    <a:pt x="368" y="569"/>
                    <a:pt x="436" y="546"/>
                    <a:pt x="479" y="517"/>
                  </a:cubicBezTo>
                  <a:close/>
                  <a:moveTo>
                    <a:pt x="120" y="270"/>
                  </a:moveTo>
                  <a:cubicBezTo>
                    <a:pt x="397" y="270"/>
                    <a:pt x="397" y="270"/>
                    <a:pt x="397" y="270"/>
                  </a:cubicBezTo>
                  <a:cubicBezTo>
                    <a:pt x="397" y="118"/>
                    <a:pt x="359" y="60"/>
                    <a:pt x="265" y="60"/>
                  </a:cubicBezTo>
                  <a:cubicBezTo>
                    <a:pt x="180" y="60"/>
                    <a:pt x="129" y="111"/>
                    <a:pt x="120" y="270"/>
                  </a:cubicBezTo>
                  <a:close/>
                </a:path>
              </a:pathLst>
            </a:custGeom>
            <a:solidFill>
              <a:srgbClr val="5E6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7815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8" name="Rectangle 5"/>
          <p:cNvSpPr>
            <a:spLocks noChangeArrowheads="1"/>
          </p:cNvSpPr>
          <p:nvPr userDrawn="1"/>
        </p:nvSpPr>
        <p:spPr bwMode="auto">
          <a:xfrm>
            <a:off x="0" y="2130486"/>
            <a:ext cx="9144000" cy="259702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4181" y="3778354"/>
            <a:ext cx="8275638" cy="284693"/>
          </a:xfrm>
        </p:spPr>
        <p:txBody>
          <a:bodyPr wrap="square" anchor="t">
            <a:spAutoFit/>
          </a:bodyPr>
          <a:lstStyle>
            <a:lvl1pPr algn="ctr">
              <a:defRPr sz="1250" b="1" cap="all" spc="3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4181" y="5141718"/>
            <a:ext cx="8275638" cy="350865"/>
          </a:xfrm>
        </p:spPr>
        <p:txBody>
          <a:bodyPr wrap="square" anchor="t">
            <a:sp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434181" y="4254556"/>
            <a:ext cx="8275638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700" spc="200">
                <a:solidFill>
                  <a:schemeClr val="tx1"/>
                </a:solidFill>
              </a:rPr>
              <a:t>STRICTLY</a:t>
            </a:r>
            <a:r>
              <a:rPr lang="en-US" sz="700" spc="200" baseline="0">
                <a:solidFill>
                  <a:schemeClr val="tx1"/>
                </a:solidFill>
              </a:rPr>
              <a:t> CONFIDENTIAL. NOT FOR DISTRIBUTION.</a:t>
            </a:r>
            <a:endParaRPr lang="en-US" sz="700" spc="200">
              <a:solidFill>
                <a:schemeClr val="tx1"/>
              </a:solidFill>
            </a:endParaRPr>
          </a:p>
        </p:txBody>
      </p:sp>
      <p:grpSp>
        <p:nvGrpSpPr>
          <p:cNvPr id="47" name="Group 46"/>
          <p:cNvGrpSpPr>
            <a:grpSpLocks noChangeAspect="1"/>
          </p:cNvGrpSpPr>
          <p:nvPr userDrawn="1"/>
        </p:nvGrpSpPr>
        <p:grpSpPr>
          <a:xfrm>
            <a:off x="3034815" y="2646214"/>
            <a:ext cx="3074370" cy="859323"/>
            <a:chOff x="72037575" y="14373225"/>
            <a:chExt cx="72982138" cy="20399376"/>
          </a:xfrm>
        </p:grpSpPr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120403938" y="15103475"/>
              <a:ext cx="1293813" cy="2184400"/>
            </a:xfrm>
            <a:custGeom>
              <a:avLst/>
              <a:gdLst>
                <a:gd name="T0" fmla="*/ 0 w 115"/>
                <a:gd name="T1" fmla="*/ 0 h 194"/>
                <a:gd name="T2" fmla="*/ 0 w 115"/>
                <a:gd name="T3" fmla="*/ 185 h 194"/>
                <a:gd name="T4" fmla="*/ 115 w 115"/>
                <a:gd name="T5" fmla="*/ 194 h 194"/>
                <a:gd name="T6" fmla="*/ 115 w 115"/>
                <a:gd name="T7" fmla="*/ 15 h 194"/>
                <a:gd name="T8" fmla="*/ 0 w 115"/>
                <a:gd name="T9" fmla="*/ 0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194">
                  <a:moveTo>
                    <a:pt x="0" y="0"/>
                  </a:moveTo>
                  <a:cubicBezTo>
                    <a:pt x="0" y="185"/>
                    <a:pt x="0" y="185"/>
                    <a:pt x="0" y="185"/>
                  </a:cubicBezTo>
                  <a:cubicBezTo>
                    <a:pt x="39" y="188"/>
                    <a:pt x="77" y="191"/>
                    <a:pt x="115" y="194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77" y="9"/>
                    <a:pt x="39" y="4"/>
                    <a:pt x="0" y="0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7"/>
            <p:cNvSpPr>
              <a:spLocks/>
            </p:cNvSpPr>
            <p:nvPr userDrawn="1"/>
          </p:nvSpPr>
          <p:spPr bwMode="auto">
            <a:xfrm>
              <a:off x="108061125" y="14373225"/>
              <a:ext cx="1293813" cy="2395538"/>
            </a:xfrm>
            <a:custGeom>
              <a:avLst/>
              <a:gdLst>
                <a:gd name="T0" fmla="*/ 58 w 115"/>
                <a:gd name="T1" fmla="*/ 0 h 213"/>
                <a:gd name="T2" fmla="*/ 0 w 115"/>
                <a:gd name="T3" fmla="*/ 1 h 213"/>
                <a:gd name="T4" fmla="*/ 0 w 115"/>
                <a:gd name="T5" fmla="*/ 213 h 213"/>
                <a:gd name="T6" fmla="*/ 58 w 115"/>
                <a:gd name="T7" fmla="*/ 213 h 213"/>
                <a:gd name="T8" fmla="*/ 115 w 115"/>
                <a:gd name="T9" fmla="*/ 213 h 213"/>
                <a:gd name="T10" fmla="*/ 115 w 115"/>
                <a:gd name="T11" fmla="*/ 1 h 213"/>
                <a:gd name="T12" fmla="*/ 58 w 115"/>
                <a:gd name="T13" fmla="*/ 0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5" h="213">
                  <a:moveTo>
                    <a:pt x="58" y="0"/>
                  </a:moveTo>
                  <a:cubicBezTo>
                    <a:pt x="38" y="0"/>
                    <a:pt x="19" y="1"/>
                    <a:pt x="0" y="1"/>
                  </a:cubicBezTo>
                  <a:cubicBezTo>
                    <a:pt x="0" y="213"/>
                    <a:pt x="0" y="213"/>
                    <a:pt x="0" y="213"/>
                  </a:cubicBezTo>
                  <a:cubicBezTo>
                    <a:pt x="19" y="213"/>
                    <a:pt x="38" y="213"/>
                    <a:pt x="58" y="213"/>
                  </a:cubicBezTo>
                  <a:cubicBezTo>
                    <a:pt x="77" y="213"/>
                    <a:pt x="96" y="213"/>
                    <a:pt x="115" y="213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96" y="1"/>
                    <a:pt x="77" y="0"/>
                    <a:pt x="58" y="0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8"/>
            <p:cNvSpPr>
              <a:spLocks/>
            </p:cNvSpPr>
            <p:nvPr userDrawn="1"/>
          </p:nvSpPr>
          <p:spPr bwMode="auto">
            <a:xfrm>
              <a:off x="98194813" y="14833600"/>
              <a:ext cx="1293813" cy="2273300"/>
            </a:xfrm>
            <a:custGeom>
              <a:avLst/>
              <a:gdLst>
                <a:gd name="T0" fmla="*/ 0 w 115"/>
                <a:gd name="T1" fmla="*/ 11 h 202"/>
                <a:gd name="T2" fmla="*/ 0 w 115"/>
                <a:gd name="T3" fmla="*/ 202 h 202"/>
                <a:gd name="T4" fmla="*/ 115 w 115"/>
                <a:gd name="T5" fmla="*/ 195 h 202"/>
                <a:gd name="T6" fmla="*/ 115 w 115"/>
                <a:gd name="T7" fmla="*/ 0 h 202"/>
                <a:gd name="T8" fmla="*/ 0 w 115"/>
                <a:gd name="T9" fmla="*/ 11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202">
                  <a:moveTo>
                    <a:pt x="0" y="11"/>
                  </a:moveTo>
                  <a:cubicBezTo>
                    <a:pt x="0" y="202"/>
                    <a:pt x="0" y="202"/>
                    <a:pt x="0" y="202"/>
                  </a:cubicBezTo>
                  <a:cubicBezTo>
                    <a:pt x="38" y="200"/>
                    <a:pt x="76" y="197"/>
                    <a:pt x="115" y="195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76" y="3"/>
                    <a:pt x="38" y="7"/>
                    <a:pt x="0" y="11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9"/>
            <p:cNvSpPr>
              <a:spLocks/>
            </p:cNvSpPr>
            <p:nvPr userDrawn="1"/>
          </p:nvSpPr>
          <p:spPr bwMode="auto">
            <a:xfrm>
              <a:off x="93256100" y="15441613"/>
              <a:ext cx="1293813" cy="2070100"/>
            </a:xfrm>
            <a:custGeom>
              <a:avLst/>
              <a:gdLst>
                <a:gd name="T0" fmla="*/ 0 w 115"/>
                <a:gd name="T1" fmla="*/ 17 h 184"/>
                <a:gd name="T2" fmla="*/ 0 w 115"/>
                <a:gd name="T3" fmla="*/ 184 h 184"/>
                <a:gd name="T4" fmla="*/ 115 w 115"/>
                <a:gd name="T5" fmla="*/ 173 h 184"/>
                <a:gd name="T6" fmla="*/ 115 w 115"/>
                <a:gd name="T7" fmla="*/ 0 h 184"/>
                <a:gd name="T8" fmla="*/ 0 w 115"/>
                <a:gd name="T9" fmla="*/ 17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184">
                  <a:moveTo>
                    <a:pt x="0" y="17"/>
                  </a:moveTo>
                  <a:cubicBezTo>
                    <a:pt x="0" y="184"/>
                    <a:pt x="0" y="184"/>
                    <a:pt x="0" y="184"/>
                  </a:cubicBezTo>
                  <a:cubicBezTo>
                    <a:pt x="38" y="180"/>
                    <a:pt x="76" y="177"/>
                    <a:pt x="115" y="173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76" y="5"/>
                    <a:pt x="38" y="11"/>
                    <a:pt x="0" y="17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127806450" y="16308388"/>
              <a:ext cx="1293813" cy="1789113"/>
            </a:xfrm>
            <a:custGeom>
              <a:avLst/>
              <a:gdLst>
                <a:gd name="T0" fmla="*/ 0 w 115"/>
                <a:gd name="T1" fmla="*/ 0 h 159"/>
                <a:gd name="T2" fmla="*/ 0 w 115"/>
                <a:gd name="T3" fmla="*/ 144 h 159"/>
                <a:gd name="T4" fmla="*/ 115 w 115"/>
                <a:gd name="T5" fmla="*/ 159 h 159"/>
                <a:gd name="T6" fmla="*/ 115 w 115"/>
                <a:gd name="T7" fmla="*/ 24 h 159"/>
                <a:gd name="T8" fmla="*/ 0 w 115"/>
                <a:gd name="T9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159">
                  <a:moveTo>
                    <a:pt x="0" y="0"/>
                  </a:moveTo>
                  <a:cubicBezTo>
                    <a:pt x="0" y="144"/>
                    <a:pt x="0" y="144"/>
                    <a:pt x="0" y="144"/>
                  </a:cubicBezTo>
                  <a:cubicBezTo>
                    <a:pt x="39" y="148"/>
                    <a:pt x="77" y="153"/>
                    <a:pt x="115" y="159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77" y="15"/>
                    <a:pt x="39" y="7"/>
                    <a:pt x="0" y="0"/>
                  </a:cubicBezTo>
                  <a:close/>
                </a:path>
              </a:pathLst>
            </a:custGeom>
            <a:solidFill>
              <a:srgbClr val="4983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125342650" y="15835313"/>
              <a:ext cx="1293813" cy="1946275"/>
            </a:xfrm>
            <a:custGeom>
              <a:avLst/>
              <a:gdLst>
                <a:gd name="T0" fmla="*/ 0 w 115"/>
                <a:gd name="T1" fmla="*/ 0 h 173"/>
                <a:gd name="T2" fmla="*/ 0 w 115"/>
                <a:gd name="T3" fmla="*/ 160 h 173"/>
                <a:gd name="T4" fmla="*/ 115 w 115"/>
                <a:gd name="T5" fmla="*/ 173 h 173"/>
                <a:gd name="T6" fmla="*/ 115 w 115"/>
                <a:gd name="T7" fmla="*/ 21 h 173"/>
                <a:gd name="T8" fmla="*/ 0 w 115"/>
                <a:gd name="T9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173">
                  <a:moveTo>
                    <a:pt x="0" y="0"/>
                  </a:moveTo>
                  <a:cubicBezTo>
                    <a:pt x="0" y="160"/>
                    <a:pt x="0" y="160"/>
                    <a:pt x="0" y="160"/>
                  </a:cubicBezTo>
                  <a:cubicBezTo>
                    <a:pt x="38" y="164"/>
                    <a:pt x="77" y="168"/>
                    <a:pt x="115" y="173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77" y="14"/>
                    <a:pt x="38" y="7"/>
                    <a:pt x="0" y="0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115465225" y="14620875"/>
              <a:ext cx="1293813" cy="2351088"/>
            </a:xfrm>
            <a:custGeom>
              <a:avLst/>
              <a:gdLst>
                <a:gd name="T0" fmla="*/ 0 w 115"/>
                <a:gd name="T1" fmla="*/ 0 h 209"/>
                <a:gd name="T2" fmla="*/ 0 w 115"/>
                <a:gd name="T3" fmla="*/ 203 h 209"/>
                <a:gd name="T4" fmla="*/ 115 w 115"/>
                <a:gd name="T5" fmla="*/ 209 h 209"/>
                <a:gd name="T6" fmla="*/ 115 w 115"/>
                <a:gd name="T7" fmla="*/ 9 h 209"/>
                <a:gd name="T8" fmla="*/ 0 w 115"/>
                <a:gd name="T9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209">
                  <a:moveTo>
                    <a:pt x="0" y="0"/>
                  </a:moveTo>
                  <a:cubicBezTo>
                    <a:pt x="0" y="203"/>
                    <a:pt x="0" y="203"/>
                    <a:pt x="0" y="203"/>
                  </a:cubicBezTo>
                  <a:cubicBezTo>
                    <a:pt x="39" y="205"/>
                    <a:pt x="77" y="207"/>
                    <a:pt x="115" y="20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77" y="6"/>
                    <a:pt x="39" y="3"/>
                    <a:pt x="0" y="0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103133525" y="14474825"/>
              <a:ext cx="1282700" cy="2384425"/>
            </a:xfrm>
            <a:custGeom>
              <a:avLst/>
              <a:gdLst>
                <a:gd name="T0" fmla="*/ 0 w 114"/>
                <a:gd name="T1" fmla="*/ 6 h 212"/>
                <a:gd name="T2" fmla="*/ 0 w 114"/>
                <a:gd name="T3" fmla="*/ 212 h 212"/>
                <a:gd name="T4" fmla="*/ 114 w 114"/>
                <a:gd name="T5" fmla="*/ 209 h 212"/>
                <a:gd name="T6" fmla="*/ 114 w 114"/>
                <a:gd name="T7" fmla="*/ 0 h 212"/>
                <a:gd name="T8" fmla="*/ 0 w 114"/>
                <a:gd name="T9" fmla="*/ 6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212">
                  <a:moveTo>
                    <a:pt x="0" y="6"/>
                  </a:moveTo>
                  <a:cubicBezTo>
                    <a:pt x="0" y="212"/>
                    <a:pt x="0" y="212"/>
                    <a:pt x="0" y="212"/>
                  </a:cubicBezTo>
                  <a:cubicBezTo>
                    <a:pt x="38" y="211"/>
                    <a:pt x="76" y="210"/>
                    <a:pt x="114" y="209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76" y="2"/>
                    <a:pt x="38" y="4"/>
                    <a:pt x="0" y="6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132745163" y="17445038"/>
              <a:ext cx="1293813" cy="1428750"/>
            </a:xfrm>
            <a:custGeom>
              <a:avLst/>
              <a:gdLst>
                <a:gd name="T0" fmla="*/ 0 w 115"/>
                <a:gd name="T1" fmla="*/ 0 h 127"/>
                <a:gd name="T2" fmla="*/ 0 w 115"/>
                <a:gd name="T3" fmla="*/ 107 h 127"/>
                <a:gd name="T4" fmla="*/ 115 w 115"/>
                <a:gd name="T5" fmla="*/ 127 h 127"/>
                <a:gd name="T6" fmla="*/ 115 w 115"/>
                <a:gd name="T7" fmla="*/ 30 h 127"/>
                <a:gd name="T8" fmla="*/ 0 w 115"/>
                <a:gd name="T9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127">
                  <a:moveTo>
                    <a:pt x="0" y="0"/>
                  </a:moveTo>
                  <a:cubicBezTo>
                    <a:pt x="0" y="107"/>
                    <a:pt x="0" y="107"/>
                    <a:pt x="0" y="107"/>
                  </a:cubicBezTo>
                  <a:cubicBezTo>
                    <a:pt x="39" y="114"/>
                    <a:pt x="77" y="120"/>
                    <a:pt x="115" y="127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77" y="20"/>
                    <a:pt x="39" y="10"/>
                    <a:pt x="0" y="0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135208963" y="18119725"/>
              <a:ext cx="1293813" cy="1238250"/>
            </a:xfrm>
            <a:custGeom>
              <a:avLst/>
              <a:gdLst>
                <a:gd name="T0" fmla="*/ 0 w 115"/>
                <a:gd name="T1" fmla="*/ 0 h 110"/>
                <a:gd name="T2" fmla="*/ 0 w 115"/>
                <a:gd name="T3" fmla="*/ 87 h 110"/>
                <a:gd name="T4" fmla="*/ 115 w 115"/>
                <a:gd name="T5" fmla="*/ 110 h 110"/>
                <a:gd name="T6" fmla="*/ 115 w 115"/>
                <a:gd name="T7" fmla="*/ 34 h 110"/>
                <a:gd name="T8" fmla="*/ 0 w 115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110">
                  <a:moveTo>
                    <a:pt x="0" y="0"/>
                  </a:moveTo>
                  <a:cubicBezTo>
                    <a:pt x="0" y="87"/>
                    <a:pt x="0" y="87"/>
                    <a:pt x="0" y="87"/>
                  </a:cubicBezTo>
                  <a:cubicBezTo>
                    <a:pt x="39" y="94"/>
                    <a:pt x="77" y="102"/>
                    <a:pt x="115" y="110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77" y="22"/>
                    <a:pt x="39" y="11"/>
                    <a:pt x="0" y="0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137683875" y="18873788"/>
              <a:ext cx="1282700" cy="1035050"/>
            </a:xfrm>
            <a:custGeom>
              <a:avLst/>
              <a:gdLst>
                <a:gd name="T0" fmla="*/ 0 w 114"/>
                <a:gd name="T1" fmla="*/ 0 h 92"/>
                <a:gd name="T2" fmla="*/ 0 w 114"/>
                <a:gd name="T3" fmla="*/ 65 h 92"/>
                <a:gd name="T4" fmla="*/ 114 w 114"/>
                <a:gd name="T5" fmla="*/ 92 h 92"/>
                <a:gd name="T6" fmla="*/ 114 w 114"/>
                <a:gd name="T7" fmla="*/ 38 h 92"/>
                <a:gd name="T8" fmla="*/ 0 w 114"/>
                <a:gd name="T9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92">
                  <a:moveTo>
                    <a:pt x="0" y="0"/>
                  </a:moveTo>
                  <a:cubicBezTo>
                    <a:pt x="0" y="65"/>
                    <a:pt x="0" y="65"/>
                    <a:pt x="0" y="65"/>
                  </a:cubicBezTo>
                  <a:cubicBezTo>
                    <a:pt x="38" y="74"/>
                    <a:pt x="77" y="83"/>
                    <a:pt x="114" y="92"/>
                  </a:cubicBezTo>
                  <a:cubicBezTo>
                    <a:pt x="114" y="38"/>
                    <a:pt x="114" y="38"/>
                    <a:pt x="114" y="38"/>
                  </a:cubicBezTo>
                  <a:cubicBezTo>
                    <a:pt x="77" y="25"/>
                    <a:pt x="38" y="12"/>
                    <a:pt x="0" y="0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130281363" y="16837025"/>
              <a:ext cx="1282700" cy="1620838"/>
            </a:xfrm>
            <a:custGeom>
              <a:avLst/>
              <a:gdLst>
                <a:gd name="T0" fmla="*/ 0 w 114"/>
                <a:gd name="T1" fmla="*/ 0 h 144"/>
                <a:gd name="T2" fmla="*/ 0 w 114"/>
                <a:gd name="T3" fmla="*/ 127 h 144"/>
                <a:gd name="T4" fmla="*/ 114 w 114"/>
                <a:gd name="T5" fmla="*/ 144 h 144"/>
                <a:gd name="T6" fmla="*/ 114 w 114"/>
                <a:gd name="T7" fmla="*/ 27 h 144"/>
                <a:gd name="T8" fmla="*/ 0 w 114"/>
                <a:gd name="T9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44">
                  <a:moveTo>
                    <a:pt x="0" y="0"/>
                  </a:moveTo>
                  <a:cubicBezTo>
                    <a:pt x="0" y="127"/>
                    <a:pt x="0" y="127"/>
                    <a:pt x="0" y="127"/>
                  </a:cubicBezTo>
                  <a:cubicBezTo>
                    <a:pt x="38" y="132"/>
                    <a:pt x="76" y="138"/>
                    <a:pt x="114" y="144"/>
                  </a:cubicBezTo>
                  <a:cubicBezTo>
                    <a:pt x="114" y="27"/>
                    <a:pt x="114" y="27"/>
                    <a:pt x="114" y="27"/>
                  </a:cubicBezTo>
                  <a:cubicBezTo>
                    <a:pt x="76" y="18"/>
                    <a:pt x="38" y="9"/>
                    <a:pt x="0" y="0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110536038" y="14395450"/>
              <a:ext cx="1282700" cy="2408238"/>
            </a:xfrm>
            <a:custGeom>
              <a:avLst/>
              <a:gdLst>
                <a:gd name="T0" fmla="*/ 0 w 114"/>
                <a:gd name="T1" fmla="*/ 0 h 214"/>
                <a:gd name="T2" fmla="*/ 0 w 114"/>
                <a:gd name="T3" fmla="*/ 212 h 214"/>
                <a:gd name="T4" fmla="*/ 114 w 114"/>
                <a:gd name="T5" fmla="*/ 214 h 214"/>
                <a:gd name="T6" fmla="*/ 114 w 114"/>
                <a:gd name="T7" fmla="*/ 3 h 214"/>
                <a:gd name="T8" fmla="*/ 0 w 114"/>
                <a:gd name="T9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214">
                  <a:moveTo>
                    <a:pt x="0" y="0"/>
                  </a:moveTo>
                  <a:cubicBezTo>
                    <a:pt x="0" y="212"/>
                    <a:pt x="0" y="212"/>
                    <a:pt x="0" y="212"/>
                  </a:cubicBezTo>
                  <a:cubicBezTo>
                    <a:pt x="38" y="212"/>
                    <a:pt x="76" y="213"/>
                    <a:pt x="114" y="214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76" y="2"/>
                    <a:pt x="38" y="1"/>
                    <a:pt x="0" y="0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9"/>
            <p:cNvSpPr>
              <a:spLocks/>
            </p:cNvSpPr>
            <p:nvPr userDrawn="1"/>
          </p:nvSpPr>
          <p:spPr bwMode="auto">
            <a:xfrm>
              <a:off x="100658613" y="14620875"/>
              <a:ext cx="1293813" cy="2351088"/>
            </a:xfrm>
            <a:custGeom>
              <a:avLst/>
              <a:gdLst>
                <a:gd name="T0" fmla="*/ 0 w 115"/>
                <a:gd name="T1" fmla="*/ 9 h 209"/>
                <a:gd name="T2" fmla="*/ 0 w 115"/>
                <a:gd name="T3" fmla="*/ 209 h 209"/>
                <a:gd name="T4" fmla="*/ 115 w 115"/>
                <a:gd name="T5" fmla="*/ 203 h 209"/>
                <a:gd name="T6" fmla="*/ 115 w 115"/>
                <a:gd name="T7" fmla="*/ 0 h 209"/>
                <a:gd name="T8" fmla="*/ 0 w 115"/>
                <a:gd name="T9" fmla="*/ 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209">
                  <a:moveTo>
                    <a:pt x="0" y="9"/>
                  </a:moveTo>
                  <a:cubicBezTo>
                    <a:pt x="0" y="209"/>
                    <a:pt x="0" y="209"/>
                    <a:pt x="0" y="209"/>
                  </a:cubicBezTo>
                  <a:cubicBezTo>
                    <a:pt x="38" y="207"/>
                    <a:pt x="76" y="205"/>
                    <a:pt x="115" y="203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76" y="3"/>
                    <a:pt x="38" y="6"/>
                    <a:pt x="0" y="9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0"/>
            <p:cNvSpPr>
              <a:spLocks/>
            </p:cNvSpPr>
            <p:nvPr userDrawn="1"/>
          </p:nvSpPr>
          <p:spPr bwMode="auto">
            <a:xfrm>
              <a:off x="88317388" y="16308388"/>
              <a:ext cx="1293813" cy="1789113"/>
            </a:xfrm>
            <a:custGeom>
              <a:avLst/>
              <a:gdLst>
                <a:gd name="T0" fmla="*/ 0 w 115"/>
                <a:gd name="T1" fmla="*/ 24 h 159"/>
                <a:gd name="T2" fmla="*/ 0 w 115"/>
                <a:gd name="T3" fmla="*/ 159 h 159"/>
                <a:gd name="T4" fmla="*/ 115 w 115"/>
                <a:gd name="T5" fmla="*/ 144 h 159"/>
                <a:gd name="T6" fmla="*/ 115 w 115"/>
                <a:gd name="T7" fmla="*/ 0 h 159"/>
                <a:gd name="T8" fmla="*/ 0 w 115"/>
                <a:gd name="T9" fmla="*/ 24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159">
                  <a:moveTo>
                    <a:pt x="0" y="24"/>
                  </a:moveTo>
                  <a:cubicBezTo>
                    <a:pt x="0" y="159"/>
                    <a:pt x="0" y="159"/>
                    <a:pt x="0" y="159"/>
                  </a:cubicBezTo>
                  <a:cubicBezTo>
                    <a:pt x="38" y="153"/>
                    <a:pt x="77" y="148"/>
                    <a:pt x="115" y="144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77" y="7"/>
                    <a:pt x="38" y="15"/>
                    <a:pt x="0" y="24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1"/>
            <p:cNvSpPr>
              <a:spLocks/>
            </p:cNvSpPr>
            <p:nvPr userDrawn="1"/>
          </p:nvSpPr>
          <p:spPr bwMode="auto">
            <a:xfrm>
              <a:off x="83389788" y="17445038"/>
              <a:ext cx="1282700" cy="1428750"/>
            </a:xfrm>
            <a:custGeom>
              <a:avLst/>
              <a:gdLst>
                <a:gd name="T0" fmla="*/ 0 w 114"/>
                <a:gd name="T1" fmla="*/ 30 h 127"/>
                <a:gd name="T2" fmla="*/ 0 w 114"/>
                <a:gd name="T3" fmla="*/ 127 h 127"/>
                <a:gd name="T4" fmla="*/ 114 w 114"/>
                <a:gd name="T5" fmla="*/ 107 h 127"/>
                <a:gd name="T6" fmla="*/ 114 w 114"/>
                <a:gd name="T7" fmla="*/ 0 h 127"/>
                <a:gd name="T8" fmla="*/ 0 w 114"/>
                <a:gd name="T9" fmla="*/ 3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27">
                  <a:moveTo>
                    <a:pt x="0" y="30"/>
                  </a:moveTo>
                  <a:cubicBezTo>
                    <a:pt x="0" y="127"/>
                    <a:pt x="0" y="127"/>
                    <a:pt x="0" y="127"/>
                  </a:cubicBezTo>
                  <a:cubicBezTo>
                    <a:pt x="37" y="120"/>
                    <a:pt x="76" y="114"/>
                    <a:pt x="114" y="107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76" y="10"/>
                    <a:pt x="37" y="20"/>
                    <a:pt x="0" y="30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2"/>
            <p:cNvSpPr>
              <a:spLocks/>
            </p:cNvSpPr>
            <p:nvPr userDrawn="1"/>
          </p:nvSpPr>
          <p:spPr bwMode="auto">
            <a:xfrm>
              <a:off x="80913288" y="18119725"/>
              <a:ext cx="1293813" cy="1238250"/>
            </a:xfrm>
            <a:custGeom>
              <a:avLst/>
              <a:gdLst>
                <a:gd name="T0" fmla="*/ 0 w 115"/>
                <a:gd name="T1" fmla="*/ 34 h 110"/>
                <a:gd name="T2" fmla="*/ 0 w 115"/>
                <a:gd name="T3" fmla="*/ 110 h 110"/>
                <a:gd name="T4" fmla="*/ 115 w 115"/>
                <a:gd name="T5" fmla="*/ 87 h 110"/>
                <a:gd name="T6" fmla="*/ 115 w 115"/>
                <a:gd name="T7" fmla="*/ 0 h 110"/>
                <a:gd name="T8" fmla="*/ 0 w 115"/>
                <a:gd name="T9" fmla="*/ 34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110">
                  <a:moveTo>
                    <a:pt x="0" y="34"/>
                  </a:moveTo>
                  <a:cubicBezTo>
                    <a:pt x="0" y="110"/>
                    <a:pt x="0" y="110"/>
                    <a:pt x="0" y="110"/>
                  </a:cubicBezTo>
                  <a:cubicBezTo>
                    <a:pt x="38" y="102"/>
                    <a:pt x="76" y="94"/>
                    <a:pt x="115" y="87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76" y="11"/>
                    <a:pt x="38" y="22"/>
                    <a:pt x="0" y="34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"/>
            <p:cNvSpPr>
              <a:spLocks/>
            </p:cNvSpPr>
            <p:nvPr userDrawn="1"/>
          </p:nvSpPr>
          <p:spPr bwMode="auto">
            <a:xfrm>
              <a:off x="78449488" y="18873788"/>
              <a:ext cx="1293813" cy="1035050"/>
            </a:xfrm>
            <a:custGeom>
              <a:avLst/>
              <a:gdLst>
                <a:gd name="T0" fmla="*/ 0 w 115"/>
                <a:gd name="T1" fmla="*/ 38 h 92"/>
                <a:gd name="T2" fmla="*/ 0 w 115"/>
                <a:gd name="T3" fmla="*/ 92 h 92"/>
                <a:gd name="T4" fmla="*/ 115 w 115"/>
                <a:gd name="T5" fmla="*/ 65 h 92"/>
                <a:gd name="T6" fmla="*/ 115 w 115"/>
                <a:gd name="T7" fmla="*/ 0 h 92"/>
                <a:gd name="T8" fmla="*/ 0 w 115"/>
                <a:gd name="T9" fmla="*/ 38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92">
                  <a:moveTo>
                    <a:pt x="0" y="38"/>
                  </a:moveTo>
                  <a:cubicBezTo>
                    <a:pt x="0" y="92"/>
                    <a:pt x="0" y="92"/>
                    <a:pt x="0" y="92"/>
                  </a:cubicBezTo>
                  <a:cubicBezTo>
                    <a:pt x="38" y="83"/>
                    <a:pt x="76" y="74"/>
                    <a:pt x="115" y="65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76" y="12"/>
                    <a:pt x="38" y="25"/>
                    <a:pt x="0" y="38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4"/>
            <p:cNvSpPr>
              <a:spLocks/>
            </p:cNvSpPr>
            <p:nvPr userDrawn="1"/>
          </p:nvSpPr>
          <p:spPr bwMode="auto">
            <a:xfrm>
              <a:off x="105597325" y="14395450"/>
              <a:ext cx="1293813" cy="2408238"/>
            </a:xfrm>
            <a:custGeom>
              <a:avLst/>
              <a:gdLst>
                <a:gd name="T0" fmla="*/ 0 w 115"/>
                <a:gd name="T1" fmla="*/ 3 h 214"/>
                <a:gd name="T2" fmla="*/ 0 w 115"/>
                <a:gd name="T3" fmla="*/ 214 h 214"/>
                <a:gd name="T4" fmla="*/ 115 w 115"/>
                <a:gd name="T5" fmla="*/ 212 h 214"/>
                <a:gd name="T6" fmla="*/ 115 w 115"/>
                <a:gd name="T7" fmla="*/ 0 h 214"/>
                <a:gd name="T8" fmla="*/ 0 w 115"/>
                <a:gd name="T9" fmla="*/ 3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214">
                  <a:moveTo>
                    <a:pt x="0" y="3"/>
                  </a:moveTo>
                  <a:cubicBezTo>
                    <a:pt x="0" y="214"/>
                    <a:pt x="0" y="214"/>
                    <a:pt x="0" y="214"/>
                  </a:cubicBezTo>
                  <a:cubicBezTo>
                    <a:pt x="38" y="213"/>
                    <a:pt x="76" y="212"/>
                    <a:pt x="115" y="212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76" y="1"/>
                    <a:pt x="38" y="2"/>
                    <a:pt x="0" y="3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5"/>
            <p:cNvSpPr>
              <a:spLocks/>
            </p:cNvSpPr>
            <p:nvPr userDrawn="1"/>
          </p:nvSpPr>
          <p:spPr bwMode="auto">
            <a:xfrm>
              <a:off x="95719900" y="15103475"/>
              <a:ext cx="1293813" cy="2184400"/>
            </a:xfrm>
            <a:custGeom>
              <a:avLst/>
              <a:gdLst>
                <a:gd name="T0" fmla="*/ 0 w 115"/>
                <a:gd name="T1" fmla="*/ 15 h 194"/>
                <a:gd name="T2" fmla="*/ 0 w 115"/>
                <a:gd name="T3" fmla="*/ 194 h 194"/>
                <a:gd name="T4" fmla="*/ 115 w 115"/>
                <a:gd name="T5" fmla="*/ 185 h 194"/>
                <a:gd name="T6" fmla="*/ 115 w 115"/>
                <a:gd name="T7" fmla="*/ 0 h 194"/>
                <a:gd name="T8" fmla="*/ 0 w 115"/>
                <a:gd name="T9" fmla="*/ 15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194">
                  <a:moveTo>
                    <a:pt x="0" y="15"/>
                  </a:moveTo>
                  <a:cubicBezTo>
                    <a:pt x="0" y="194"/>
                    <a:pt x="0" y="194"/>
                    <a:pt x="0" y="194"/>
                  </a:cubicBezTo>
                  <a:cubicBezTo>
                    <a:pt x="38" y="191"/>
                    <a:pt x="77" y="188"/>
                    <a:pt x="115" y="185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77" y="4"/>
                    <a:pt x="38" y="9"/>
                    <a:pt x="0" y="15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6"/>
            <p:cNvSpPr>
              <a:spLocks/>
            </p:cNvSpPr>
            <p:nvPr userDrawn="1"/>
          </p:nvSpPr>
          <p:spPr bwMode="auto">
            <a:xfrm>
              <a:off x="85853588" y="16837025"/>
              <a:ext cx="1293813" cy="1620838"/>
            </a:xfrm>
            <a:custGeom>
              <a:avLst/>
              <a:gdLst>
                <a:gd name="T0" fmla="*/ 0 w 115"/>
                <a:gd name="T1" fmla="*/ 27 h 144"/>
                <a:gd name="T2" fmla="*/ 0 w 115"/>
                <a:gd name="T3" fmla="*/ 144 h 144"/>
                <a:gd name="T4" fmla="*/ 115 w 115"/>
                <a:gd name="T5" fmla="*/ 127 h 144"/>
                <a:gd name="T6" fmla="*/ 115 w 115"/>
                <a:gd name="T7" fmla="*/ 0 h 144"/>
                <a:gd name="T8" fmla="*/ 0 w 115"/>
                <a:gd name="T9" fmla="*/ 27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144">
                  <a:moveTo>
                    <a:pt x="0" y="27"/>
                  </a:moveTo>
                  <a:cubicBezTo>
                    <a:pt x="0" y="144"/>
                    <a:pt x="0" y="144"/>
                    <a:pt x="0" y="144"/>
                  </a:cubicBezTo>
                  <a:cubicBezTo>
                    <a:pt x="38" y="138"/>
                    <a:pt x="76" y="132"/>
                    <a:pt x="115" y="127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76" y="9"/>
                    <a:pt x="38" y="18"/>
                    <a:pt x="0" y="27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7"/>
            <p:cNvSpPr>
              <a:spLocks/>
            </p:cNvSpPr>
            <p:nvPr userDrawn="1"/>
          </p:nvSpPr>
          <p:spPr bwMode="auto">
            <a:xfrm>
              <a:off x="122867738" y="15441613"/>
              <a:ext cx="1293813" cy="2070100"/>
            </a:xfrm>
            <a:custGeom>
              <a:avLst/>
              <a:gdLst>
                <a:gd name="T0" fmla="*/ 0 w 115"/>
                <a:gd name="T1" fmla="*/ 0 h 184"/>
                <a:gd name="T2" fmla="*/ 0 w 115"/>
                <a:gd name="T3" fmla="*/ 173 h 184"/>
                <a:gd name="T4" fmla="*/ 115 w 115"/>
                <a:gd name="T5" fmla="*/ 184 h 184"/>
                <a:gd name="T6" fmla="*/ 115 w 115"/>
                <a:gd name="T7" fmla="*/ 17 h 184"/>
                <a:gd name="T8" fmla="*/ 0 w 115"/>
                <a:gd name="T9" fmla="*/ 0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184">
                  <a:moveTo>
                    <a:pt x="0" y="0"/>
                  </a:moveTo>
                  <a:cubicBezTo>
                    <a:pt x="0" y="173"/>
                    <a:pt x="0" y="173"/>
                    <a:pt x="0" y="173"/>
                  </a:cubicBezTo>
                  <a:cubicBezTo>
                    <a:pt x="39" y="177"/>
                    <a:pt x="77" y="180"/>
                    <a:pt x="115" y="184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77" y="11"/>
                    <a:pt x="39" y="5"/>
                    <a:pt x="0" y="0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8"/>
            <p:cNvSpPr>
              <a:spLocks/>
            </p:cNvSpPr>
            <p:nvPr userDrawn="1"/>
          </p:nvSpPr>
          <p:spPr bwMode="auto">
            <a:xfrm>
              <a:off x="117940138" y="14833600"/>
              <a:ext cx="1282700" cy="2273300"/>
            </a:xfrm>
            <a:custGeom>
              <a:avLst/>
              <a:gdLst>
                <a:gd name="T0" fmla="*/ 0 w 114"/>
                <a:gd name="T1" fmla="*/ 0 h 202"/>
                <a:gd name="T2" fmla="*/ 0 w 114"/>
                <a:gd name="T3" fmla="*/ 195 h 202"/>
                <a:gd name="T4" fmla="*/ 114 w 114"/>
                <a:gd name="T5" fmla="*/ 202 h 202"/>
                <a:gd name="T6" fmla="*/ 114 w 114"/>
                <a:gd name="T7" fmla="*/ 11 h 202"/>
                <a:gd name="T8" fmla="*/ 0 w 114"/>
                <a:gd name="T9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202">
                  <a:moveTo>
                    <a:pt x="0" y="0"/>
                  </a:moveTo>
                  <a:cubicBezTo>
                    <a:pt x="0" y="195"/>
                    <a:pt x="0" y="195"/>
                    <a:pt x="0" y="195"/>
                  </a:cubicBezTo>
                  <a:cubicBezTo>
                    <a:pt x="38" y="197"/>
                    <a:pt x="76" y="200"/>
                    <a:pt x="114" y="202"/>
                  </a:cubicBezTo>
                  <a:cubicBezTo>
                    <a:pt x="114" y="11"/>
                    <a:pt x="114" y="11"/>
                    <a:pt x="114" y="11"/>
                  </a:cubicBezTo>
                  <a:cubicBezTo>
                    <a:pt x="76" y="7"/>
                    <a:pt x="38" y="3"/>
                    <a:pt x="0" y="0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9"/>
            <p:cNvSpPr>
              <a:spLocks/>
            </p:cNvSpPr>
            <p:nvPr userDrawn="1"/>
          </p:nvSpPr>
          <p:spPr bwMode="auto">
            <a:xfrm>
              <a:off x="112999838" y="14474825"/>
              <a:ext cx="1293813" cy="2384425"/>
            </a:xfrm>
            <a:custGeom>
              <a:avLst/>
              <a:gdLst>
                <a:gd name="T0" fmla="*/ 0 w 115"/>
                <a:gd name="T1" fmla="*/ 0 h 212"/>
                <a:gd name="T2" fmla="*/ 0 w 115"/>
                <a:gd name="T3" fmla="*/ 209 h 212"/>
                <a:gd name="T4" fmla="*/ 115 w 115"/>
                <a:gd name="T5" fmla="*/ 212 h 212"/>
                <a:gd name="T6" fmla="*/ 115 w 115"/>
                <a:gd name="T7" fmla="*/ 6 h 212"/>
                <a:gd name="T8" fmla="*/ 0 w 115"/>
                <a:gd name="T9" fmla="*/ 0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212">
                  <a:moveTo>
                    <a:pt x="0" y="0"/>
                  </a:moveTo>
                  <a:cubicBezTo>
                    <a:pt x="0" y="209"/>
                    <a:pt x="0" y="209"/>
                    <a:pt x="0" y="209"/>
                  </a:cubicBezTo>
                  <a:cubicBezTo>
                    <a:pt x="38" y="210"/>
                    <a:pt x="77" y="211"/>
                    <a:pt x="115" y="212"/>
                  </a:cubicBezTo>
                  <a:cubicBezTo>
                    <a:pt x="115" y="6"/>
                    <a:pt x="115" y="6"/>
                    <a:pt x="115" y="6"/>
                  </a:cubicBezTo>
                  <a:cubicBezTo>
                    <a:pt x="77" y="4"/>
                    <a:pt x="38" y="2"/>
                    <a:pt x="0" y="0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30"/>
            <p:cNvSpPr>
              <a:spLocks/>
            </p:cNvSpPr>
            <p:nvPr userDrawn="1"/>
          </p:nvSpPr>
          <p:spPr bwMode="auto">
            <a:xfrm>
              <a:off x="90792300" y="15835313"/>
              <a:ext cx="1282700" cy="1946275"/>
            </a:xfrm>
            <a:custGeom>
              <a:avLst/>
              <a:gdLst>
                <a:gd name="T0" fmla="*/ 0 w 114"/>
                <a:gd name="T1" fmla="*/ 21 h 173"/>
                <a:gd name="T2" fmla="*/ 0 w 114"/>
                <a:gd name="T3" fmla="*/ 173 h 173"/>
                <a:gd name="T4" fmla="*/ 114 w 114"/>
                <a:gd name="T5" fmla="*/ 160 h 173"/>
                <a:gd name="T6" fmla="*/ 114 w 114"/>
                <a:gd name="T7" fmla="*/ 0 h 173"/>
                <a:gd name="T8" fmla="*/ 0 w 114"/>
                <a:gd name="T9" fmla="*/ 21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73">
                  <a:moveTo>
                    <a:pt x="0" y="21"/>
                  </a:moveTo>
                  <a:cubicBezTo>
                    <a:pt x="0" y="173"/>
                    <a:pt x="0" y="173"/>
                    <a:pt x="0" y="173"/>
                  </a:cubicBezTo>
                  <a:cubicBezTo>
                    <a:pt x="38" y="168"/>
                    <a:pt x="76" y="164"/>
                    <a:pt x="114" y="16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76" y="7"/>
                    <a:pt x="38" y="14"/>
                    <a:pt x="0" y="21"/>
                  </a:cubicBezTo>
                  <a:close/>
                </a:path>
              </a:pathLst>
            </a:custGeom>
            <a:solidFill>
              <a:srgbClr val="478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31"/>
            <p:cNvSpPr>
              <a:spLocks/>
            </p:cNvSpPr>
            <p:nvPr userDrawn="1"/>
          </p:nvSpPr>
          <p:spPr bwMode="auto">
            <a:xfrm>
              <a:off x="72037575" y="22339300"/>
              <a:ext cx="6975475" cy="9947275"/>
            </a:xfrm>
            <a:custGeom>
              <a:avLst/>
              <a:gdLst>
                <a:gd name="T0" fmla="*/ 0 w 620"/>
                <a:gd name="T1" fmla="*/ 449 h 884"/>
                <a:gd name="T2" fmla="*/ 368 w 620"/>
                <a:gd name="T3" fmla="*/ 0 h 884"/>
                <a:gd name="T4" fmla="*/ 613 w 620"/>
                <a:gd name="T5" fmla="*/ 58 h 884"/>
                <a:gd name="T6" fmla="*/ 613 w 620"/>
                <a:gd name="T7" fmla="*/ 197 h 884"/>
                <a:gd name="T8" fmla="*/ 526 w 620"/>
                <a:gd name="T9" fmla="*/ 197 h 884"/>
                <a:gd name="T10" fmla="*/ 364 w 620"/>
                <a:gd name="T11" fmla="*/ 58 h 884"/>
                <a:gd name="T12" fmla="*/ 130 w 620"/>
                <a:gd name="T13" fmla="*/ 447 h 884"/>
                <a:gd name="T14" fmla="*/ 377 w 620"/>
                <a:gd name="T15" fmla="*/ 825 h 884"/>
                <a:gd name="T16" fmla="*/ 539 w 620"/>
                <a:gd name="T17" fmla="*/ 691 h 884"/>
                <a:gd name="T18" fmla="*/ 620 w 620"/>
                <a:gd name="T19" fmla="*/ 691 h 884"/>
                <a:gd name="T20" fmla="*/ 620 w 620"/>
                <a:gd name="T21" fmla="*/ 822 h 884"/>
                <a:gd name="T22" fmla="*/ 377 w 620"/>
                <a:gd name="T23" fmla="*/ 884 h 884"/>
                <a:gd name="T24" fmla="*/ 0 w 620"/>
                <a:gd name="T25" fmla="*/ 449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0" h="884">
                  <a:moveTo>
                    <a:pt x="0" y="449"/>
                  </a:moveTo>
                  <a:cubicBezTo>
                    <a:pt x="0" y="163"/>
                    <a:pt x="148" y="0"/>
                    <a:pt x="368" y="0"/>
                  </a:cubicBezTo>
                  <a:cubicBezTo>
                    <a:pt x="503" y="0"/>
                    <a:pt x="567" y="26"/>
                    <a:pt x="613" y="58"/>
                  </a:cubicBezTo>
                  <a:cubicBezTo>
                    <a:pt x="613" y="197"/>
                    <a:pt x="613" y="197"/>
                    <a:pt x="613" y="197"/>
                  </a:cubicBezTo>
                  <a:cubicBezTo>
                    <a:pt x="526" y="197"/>
                    <a:pt x="526" y="197"/>
                    <a:pt x="526" y="197"/>
                  </a:cubicBezTo>
                  <a:cubicBezTo>
                    <a:pt x="503" y="101"/>
                    <a:pt x="467" y="58"/>
                    <a:pt x="364" y="58"/>
                  </a:cubicBezTo>
                  <a:cubicBezTo>
                    <a:pt x="221" y="58"/>
                    <a:pt x="130" y="159"/>
                    <a:pt x="130" y="447"/>
                  </a:cubicBezTo>
                  <a:cubicBezTo>
                    <a:pt x="130" y="745"/>
                    <a:pt x="225" y="825"/>
                    <a:pt x="377" y="825"/>
                  </a:cubicBezTo>
                  <a:cubicBezTo>
                    <a:pt x="476" y="825"/>
                    <a:pt x="520" y="788"/>
                    <a:pt x="539" y="691"/>
                  </a:cubicBezTo>
                  <a:cubicBezTo>
                    <a:pt x="620" y="691"/>
                    <a:pt x="620" y="691"/>
                    <a:pt x="620" y="691"/>
                  </a:cubicBezTo>
                  <a:cubicBezTo>
                    <a:pt x="620" y="822"/>
                    <a:pt x="620" y="822"/>
                    <a:pt x="620" y="822"/>
                  </a:cubicBezTo>
                  <a:cubicBezTo>
                    <a:pt x="576" y="853"/>
                    <a:pt x="502" y="884"/>
                    <a:pt x="377" y="884"/>
                  </a:cubicBezTo>
                  <a:cubicBezTo>
                    <a:pt x="118" y="884"/>
                    <a:pt x="0" y="716"/>
                    <a:pt x="0" y="449"/>
                  </a:cubicBezTo>
                  <a:close/>
                </a:path>
              </a:pathLst>
            </a:custGeom>
            <a:solidFill>
              <a:srgbClr val="5E6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32"/>
            <p:cNvSpPr>
              <a:spLocks noEditPoints="1"/>
            </p:cNvSpPr>
            <p:nvPr userDrawn="1"/>
          </p:nvSpPr>
          <p:spPr bwMode="auto">
            <a:xfrm>
              <a:off x="79665513" y="25039638"/>
              <a:ext cx="5794375" cy="7246938"/>
            </a:xfrm>
            <a:custGeom>
              <a:avLst/>
              <a:gdLst>
                <a:gd name="T0" fmla="*/ 479 w 515"/>
                <a:gd name="T1" fmla="*/ 517 h 644"/>
                <a:gd name="T2" fmla="*/ 505 w 515"/>
                <a:gd name="T3" fmla="*/ 559 h 644"/>
                <a:gd name="T4" fmla="*/ 284 w 515"/>
                <a:gd name="T5" fmla="*/ 644 h 644"/>
                <a:gd name="T6" fmla="*/ 0 w 515"/>
                <a:gd name="T7" fmla="*/ 321 h 644"/>
                <a:gd name="T8" fmla="*/ 267 w 515"/>
                <a:gd name="T9" fmla="*/ 0 h 644"/>
                <a:gd name="T10" fmla="*/ 515 w 515"/>
                <a:gd name="T11" fmla="*/ 297 h 644"/>
                <a:gd name="T12" fmla="*/ 515 w 515"/>
                <a:gd name="T13" fmla="*/ 331 h 644"/>
                <a:gd name="T14" fmla="*/ 119 w 515"/>
                <a:gd name="T15" fmla="*/ 331 h 644"/>
                <a:gd name="T16" fmla="*/ 314 w 515"/>
                <a:gd name="T17" fmla="*/ 569 h 644"/>
                <a:gd name="T18" fmla="*/ 479 w 515"/>
                <a:gd name="T19" fmla="*/ 517 h 644"/>
                <a:gd name="T20" fmla="*/ 120 w 515"/>
                <a:gd name="T21" fmla="*/ 270 h 644"/>
                <a:gd name="T22" fmla="*/ 397 w 515"/>
                <a:gd name="T23" fmla="*/ 270 h 644"/>
                <a:gd name="T24" fmla="*/ 264 w 515"/>
                <a:gd name="T25" fmla="*/ 60 h 644"/>
                <a:gd name="T26" fmla="*/ 120 w 515"/>
                <a:gd name="T27" fmla="*/ 270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15" h="644">
                  <a:moveTo>
                    <a:pt x="479" y="517"/>
                  </a:moveTo>
                  <a:cubicBezTo>
                    <a:pt x="505" y="559"/>
                    <a:pt x="505" y="559"/>
                    <a:pt x="505" y="559"/>
                  </a:cubicBezTo>
                  <a:cubicBezTo>
                    <a:pt x="445" y="605"/>
                    <a:pt x="372" y="644"/>
                    <a:pt x="284" y="644"/>
                  </a:cubicBezTo>
                  <a:cubicBezTo>
                    <a:pt x="106" y="644"/>
                    <a:pt x="0" y="525"/>
                    <a:pt x="0" y="321"/>
                  </a:cubicBezTo>
                  <a:cubicBezTo>
                    <a:pt x="0" y="118"/>
                    <a:pt x="114" y="0"/>
                    <a:pt x="267" y="0"/>
                  </a:cubicBezTo>
                  <a:cubicBezTo>
                    <a:pt x="423" y="0"/>
                    <a:pt x="515" y="109"/>
                    <a:pt x="515" y="297"/>
                  </a:cubicBezTo>
                  <a:cubicBezTo>
                    <a:pt x="515" y="331"/>
                    <a:pt x="515" y="331"/>
                    <a:pt x="515" y="331"/>
                  </a:cubicBezTo>
                  <a:cubicBezTo>
                    <a:pt x="119" y="331"/>
                    <a:pt x="119" y="331"/>
                    <a:pt x="119" y="331"/>
                  </a:cubicBezTo>
                  <a:cubicBezTo>
                    <a:pt x="121" y="511"/>
                    <a:pt x="183" y="569"/>
                    <a:pt x="314" y="569"/>
                  </a:cubicBezTo>
                  <a:cubicBezTo>
                    <a:pt x="367" y="569"/>
                    <a:pt x="435" y="546"/>
                    <a:pt x="479" y="517"/>
                  </a:cubicBezTo>
                  <a:close/>
                  <a:moveTo>
                    <a:pt x="120" y="270"/>
                  </a:moveTo>
                  <a:cubicBezTo>
                    <a:pt x="397" y="270"/>
                    <a:pt x="397" y="270"/>
                    <a:pt x="397" y="270"/>
                  </a:cubicBezTo>
                  <a:cubicBezTo>
                    <a:pt x="397" y="118"/>
                    <a:pt x="358" y="60"/>
                    <a:pt x="264" y="60"/>
                  </a:cubicBezTo>
                  <a:cubicBezTo>
                    <a:pt x="180" y="60"/>
                    <a:pt x="129" y="111"/>
                    <a:pt x="120" y="270"/>
                  </a:cubicBezTo>
                  <a:close/>
                </a:path>
              </a:pathLst>
            </a:custGeom>
            <a:solidFill>
              <a:srgbClr val="5E6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33"/>
            <p:cNvSpPr>
              <a:spLocks/>
            </p:cNvSpPr>
            <p:nvPr userDrawn="1"/>
          </p:nvSpPr>
          <p:spPr bwMode="auto">
            <a:xfrm>
              <a:off x="85966300" y="25084088"/>
              <a:ext cx="7413625" cy="7045325"/>
            </a:xfrm>
            <a:custGeom>
              <a:avLst/>
              <a:gdLst>
                <a:gd name="T0" fmla="*/ 578 w 659"/>
                <a:gd name="T1" fmla="*/ 497 h 626"/>
                <a:gd name="T2" fmla="*/ 659 w 659"/>
                <a:gd name="T3" fmla="*/ 584 h 626"/>
                <a:gd name="T4" fmla="*/ 659 w 659"/>
                <a:gd name="T5" fmla="*/ 626 h 626"/>
                <a:gd name="T6" fmla="*/ 378 w 659"/>
                <a:gd name="T7" fmla="*/ 626 h 626"/>
                <a:gd name="T8" fmla="*/ 378 w 659"/>
                <a:gd name="T9" fmla="*/ 584 h 626"/>
                <a:gd name="T10" fmla="*/ 465 w 659"/>
                <a:gd name="T11" fmla="*/ 506 h 626"/>
                <a:gd name="T12" fmla="*/ 465 w 659"/>
                <a:gd name="T13" fmla="*/ 190 h 626"/>
                <a:gd name="T14" fmla="*/ 375 w 659"/>
                <a:gd name="T15" fmla="*/ 88 h 626"/>
                <a:gd name="T16" fmla="*/ 203 w 659"/>
                <a:gd name="T17" fmla="*/ 167 h 626"/>
                <a:gd name="T18" fmla="*/ 203 w 659"/>
                <a:gd name="T19" fmla="*/ 506 h 626"/>
                <a:gd name="T20" fmla="*/ 290 w 659"/>
                <a:gd name="T21" fmla="*/ 584 h 626"/>
                <a:gd name="T22" fmla="*/ 290 w 659"/>
                <a:gd name="T23" fmla="*/ 626 h 626"/>
                <a:gd name="T24" fmla="*/ 3 w 659"/>
                <a:gd name="T25" fmla="*/ 626 h 626"/>
                <a:gd name="T26" fmla="*/ 3 w 659"/>
                <a:gd name="T27" fmla="*/ 584 h 626"/>
                <a:gd name="T28" fmla="*/ 90 w 659"/>
                <a:gd name="T29" fmla="*/ 497 h 626"/>
                <a:gd name="T30" fmla="*/ 90 w 659"/>
                <a:gd name="T31" fmla="*/ 193 h 626"/>
                <a:gd name="T32" fmla="*/ 0 w 659"/>
                <a:gd name="T33" fmla="*/ 87 h 626"/>
                <a:gd name="T34" fmla="*/ 0 w 659"/>
                <a:gd name="T35" fmla="*/ 50 h 626"/>
                <a:gd name="T36" fmla="*/ 159 w 659"/>
                <a:gd name="T37" fmla="*/ 0 h 626"/>
                <a:gd name="T38" fmla="*/ 177 w 659"/>
                <a:gd name="T39" fmla="*/ 0 h 626"/>
                <a:gd name="T40" fmla="*/ 198 w 659"/>
                <a:gd name="T41" fmla="*/ 108 h 626"/>
                <a:gd name="T42" fmla="*/ 411 w 659"/>
                <a:gd name="T43" fmla="*/ 1 h 626"/>
                <a:gd name="T44" fmla="*/ 578 w 659"/>
                <a:gd name="T45" fmla="*/ 168 h 626"/>
                <a:gd name="T46" fmla="*/ 578 w 659"/>
                <a:gd name="T47" fmla="*/ 497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9" h="626">
                  <a:moveTo>
                    <a:pt x="578" y="497"/>
                  </a:moveTo>
                  <a:cubicBezTo>
                    <a:pt x="578" y="568"/>
                    <a:pt x="593" y="579"/>
                    <a:pt x="659" y="584"/>
                  </a:cubicBezTo>
                  <a:cubicBezTo>
                    <a:pt x="659" y="626"/>
                    <a:pt x="659" y="626"/>
                    <a:pt x="659" y="626"/>
                  </a:cubicBezTo>
                  <a:cubicBezTo>
                    <a:pt x="378" y="626"/>
                    <a:pt x="378" y="626"/>
                    <a:pt x="378" y="626"/>
                  </a:cubicBezTo>
                  <a:cubicBezTo>
                    <a:pt x="378" y="584"/>
                    <a:pt x="378" y="584"/>
                    <a:pt x="378" y="584"/>
                  </a:cubicBezTo>
                  <a:cubicBezTo>
                    <a:pt x="457" y="580"/>
                    <a:pt x="465" y="566"/>
                    <a:pt x="465" y="506"/>
                  </a:cubicBezTo>
                  <a:cubicBezTo>
                    <a:pt x="465" y="190"/>
                    <a:pt x="465" y="190"/>
                    <a:pt x="465" y="190"/>
                  </a:cubicBezTo>
                  <a:cubicBezTo>
                    <a:pt x="465" y="117"/>
                    <a:pt x="434" y="88"/>
                    <a:pt x="375" y="88"/>
                  </a:cubicBezTo>
                  <a:cubicBezTo>
                    <a:pt x="300" y="88"/>
                    <a:pt x="253" y="118"/>
                    <a:pt x="203" y="167"/>
                  </a:cubicBezTo>
                  <a:cubicBezTo>
                    <a:pt x="203" y="506"/>
                    <a:pt x="203" y="506"/>
                    <a:pt x="203" y="506"/>
                  </a:cubicBezTo>
                  <a:cubicBezTo>
                    <a:pt x="203" y="566"/>
                    <a:pt x="212" y="580"/>
                    <a:pt x="290" y="584"/>
                  </a:cubicBezTo>
                  <a:cubicBezTo>
                    <a:pt x="290" y="626"/>
                    <a:pt x="290" y="626"/>
                    <a:pt x="290" y="626"/>
                  </a:cubicBezTo>
                  <a:cubicBezTo>
                    <a:pt x="3" y="626"/>
                    <a:pt x="3" y="626"/>
                    <a:pt x="3" y="626"/>
                  </a:cubicBezTo>
                  <a:cubicBezTo>
                    <a:pt x="3" y="584"/>
                    <a:pt x="3" y="584"/>
                    <a:pt x="3" y="584"/>
                  </a:cubicBezTo>
                  <a:cubicBezTo>
                    <a:pt x="74" y="579"/>
                    <a:pt x="90" y="568"/>
                    <a:pt x="90" y="497"/>
                  </a:cubicBezTo>
                  <a:cubicBezTo>
                    <a:pt x="90" y="193"/>
                    <a:pt x="90" y="193"/>
                    <a:pt x="90" y="193"/>
                  </a:cubicBezTo>
                  <a:cubicBezTo>
                    <a:pt x="90" y="102"/>
                    <a:pt x="73" y="90"/>
                    <a:pt x="0" y="87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159" y="0"/>
                    <a:pt x="159" y="0"/>
                    <a:pt x="159" y="0"/>
                  </a:cubicBezTo>
                  <a:cubicBezTo>
                    <a:pt x="177" y="0"/>
                    <a:pt x="177" y="0"/>
                    <a:pt x="177" y="0"/>
                  </a:cubicBezTo>
                  <a:cubicBezTo>
                    <a:pt x="186" y="20"/>
                    <a:pt x="197" y="65"/>
                    <a:pt x="198" y="108"/>
                  </a:cubicBezTo>
                  <a:cubicBezTo>
                    <a:pt x="254" y="50"/>
                    <a:pt x="316" y="1"/>
                    <a:pt x="411" y="1"/>
                  </a:cubicBezTo>
                  <a:cubicBezTo>
                    <a:pt x="510" y="1"/>
                    <a:pt x="578" y="60"/>
                    <a:pt x="578" y="168"/>
                  </a:cubicBezTo>
                  <a:lnTo>
                    <a:pt x="578" y="497"/>
                  </a:lnTo>
                  <a:close/>
                </a:path>
              </a:pathLst>
            </a:custGeom>
            <a:solidFill>
              <a:srgbClr val="5E6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34"/>
            <p:cNvSpPr>
              <a:spLocks/>
            </p:cNvSpPr>
            <p:nvPr userDrawn="1"/>
          </p:nvSpPr>
          <p:spPr bwMode="auto">
            <a:xfrm>
              <a:off x="93492638" y="23172738"/>
              <a:ext cx="3914775" cy="9158288"/>
            </a:xfrm>
            <a:custGeom>
              <a:avLst/>
              <a:gdLst>
                <a:gd name="T0" fmla="*/ 319 w 348"/>
                <a:gd name="T1" fmla="*/ 255 h 814"/>
                <a:gd name="T2" fmla="*/ 187 w 348"/>
                <a:gd name="T3" fmla="*/ 255 h 814"/>
                <a:gd name="T4" fmla="*/ 187 w 348"/>
                <a:gd name="T5" fmla="*/ 630 h 814"/>
                <a:gd name="T6" fmla="*/ 267 w 348"/>
                <a:gd name="T7" fmla="*/ 749 h 814"/>
                <a:gd name="T8" fmla="*/ 338 w 348"/>
                <a:gd name="T9" fmla="*/ 736 h 814"/>
                <a:gd name="T10" fmla="*/ 348 w 348"/>
                <a:gd name="T11" fmla="*/ 781 h 814"/>
                <a:gd name="T12" fmla="*/ 225 w 348"/>
                <a:gd name="T13" fmla="*/ 814 h 814"/>
                <a:gd name="T14" fmla="*/ 74 w 348"/>
                <a:gd name="T15" fmla="*/ 646 h 814"/>
                <a:gd name="T16" fmla="*/ 74 w 348"/>
                <a:gd name="T17" fmla="*/ 255 h 814"/>
                <a:gd name="T18" fmla="*/ 0 w 348"/>
                <a:gd name="T19" fmla="*/ 255 h 814"/>
                <a:gd name="T20" fmla="*/ 0 w 348"/>
                <a:gd name="T21" fmla="*/ 215 h 814"/>
                <a:gd name="T22" fmla="*/ 83 w 348"/>
                <a:gd name="T23" fmla="*/ 186 h 814"/>
                <a:gd name="T24" fmla="*/ 142 w 348"/>
                <a:gd name="T25" fmla="*/ 15 h 814"/>
                <a:gd name="T26" fmla="*/ 200 w 348"/>
                <a:gd name="T27" fmla="*/ 0 h 814"/>
                <a:gd name="T28" fmla="*/ 189 w 348"/>
                <a:gd name="T29" fmla="*/ 186 h 814"/>
                <a:gd name="T30" fmla="*/ 337 w 348"/>
                <a:gd name="T31" fmla="*/ 186 h 814"/>
                <a:gd name="T32" fmla="*/ 319 w 348"/>
                <a:gd name="T33" fmla="*/ 255 h 8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48" h="814">
                  <a:moveTo>
                    <a:pt x="319" y="255"/>
                  </a:moveTo>
                  <a:cubicBezTo>
                    <a:pt x="187" y="255"/>
                    <a:pt x="187" y="255"/>
                    <a:pt x="187" y="255"/>
                  </a:cubicBezTo>
                  <a:cubicBezTo>
                    <a:pt x="187" y="630"/>
                    <a:pt x="187" y="630"/>
                    <a:pt x="187" y="630"/>
                  </a:cubicBezTo>
                  <a:cubicBezTo>
                    <a:pt x="187" y="727"/>
                    <a:pt x="205" y="749"/>
                    <a:pt x="267" y="749"/>
                  </a:cubicBezTo>
                  <a:cubicBezTo>
                    <a:pt x="288" y="749"/>
                    <a:pt x="312" y="745"/>
                    <a:pt x="338" y="736"/>
                  </a:cubicBezTo>
                  <a:cubicBezTo>
                    <a:pt x="348" y="781"/>
                    <a:pt x="348" y="781"/>
                    <a:pt x="348" y="781"/>
                  </a:cubicBezTo>
                  <a:cubicBezTo>
                    <a:pt x="307" y="802"/>
                    <a:pt x="267" y="814"/>
                    <a:pt x="225" y="814"/>
                  </a:cubicBezTo>
                  <a:cubicBezTo>
                    <a:pt x="132" y="814"/>
                    <a:pt x="74" y="770"/>
                    <a:pt x="74" y="646"/>
                  </a:cubicBezTo>
                  <a:cubicBezTo>
                    <a:pt x="74" y="255"/>
                    <a:pt x="74" y="255"/>
                    <a:pt x="74" y="255"/>
                  </a:cubicBezTo>
                  <a:cubicBezTo>
                    <a:pt x="0" y="255"/>
                    <a:pt x="0" y="255"/>
                    <a:pt x="0" y="255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83" y="186"/>
                    <a:pt x="83" y="186"/>
                    <a:pt x="83" y="186"/>
                  </a:cubicBezTo>
                  <a:cubicBezTo>
                    <a:pt x="94" y="128"/>
                    <a:pt x="113" y="61"/>
                    <a:pt x="142" y="15"/>
                  </a:cubicBezTo>
                  <a:cubicBezTo>
                    <a:pt x="200" y="0"/>
                    <a:pt x="200" y="0"/>
                    <a:pt x="200" y="0"/>
                  </a:cubicBezTo>
                  <a:cubicBezTo>
                    <a:pt x="194" y="45"/>
                    <a:pt x="189" y="123"/>
                    <a:pt x="189" y="186"/>
                  </a:cubicBezTo>
                  <a:cubicBezTo>
                    <a:pt x="337" y="186"/>
                    <a:pt x="337" y="186"/>
                    <a:pt x="337" y="186"/>
                  </a:cubicBezTo>
                  <a:lnTo>
                    <a:pt x="319" y="255"/>
                  </a:lnTo>
                  <a:close/>
                </a:path>
              </a:pathLst>
            </a:custGeom>
            <a:solidFill>
              <a:srgbClr val="5E6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35"/>
            <p:cNvSpPr>
              <a:spLocks noEditPoints="1"/>
            </p:cNvSpPr>
            <p:nvPr userDrawn="1"/>
          </p:nvSpPr>
          <p:spPr bwMode="auto">
            <a:xfrm>
              <a:off x="97666175" y="25039638"/>
              <a:ext cx="5805488" cy="7246938"/>
            </a:xfrm>
            <a:custGeom>
              <a:avLst/>
              <a:gdLst>
                <a:gd name="T0" fmla="*/ 480 w 516"/>
                <a:gd name="T1" fmla="*/ 517 h 644"/>
                <a:gd name="T2" fmla="*/ 506 w 516"/>
                <a:gd name="T3" fmla="*/ 559 h 644"/>
                <a:gd name="T4" fmla="*/ 285 w 516"/>
                <a:gd name="T5" fmla="*/ 644 h 644"/>
                <a:gd name="T6" fmla="*/ 0 w 516"/>
                <a:gd name="T7" fmla="*/ 321 h 644"/>
                <a:gd name="T8" fmla="*/ 267 w 516"/>
                <a:gd name="T9" fmla="*/ 0 h 644"/>
                <a:gd name="T10" fmla="*/ 516 w 516"/>
                <a:gd name="T11" fmla="*/ 297 h 644"/>
                <a:gd name="T12" fmla="*/ 516 w 516"/>
                <a:gd name="T13" fmla="*/ 331 h 644"/>
                <a:gd name="T14" fmla="*/ 120 w 516"/>
                <a:gd name="T15" fmla="*/ 331 h 644"/>
                <a:gd name="T16" fmla="*/ 314 w 516"/>
                <a:gd name="T17" fmla="*/ 569 h 644"/>
                <a:gd name="T18" fmla="*/ 480 w 516"/>
                <a:gd name="T19" fmla="*/ 517 h 644"/>
                <a:gd name="T20" fmla="*/ 121 w 516"/>
                <a:gd name="T21" fmla="*/ 270 h 644"/>
                <a:gd name="T22" fmla="*/ 398 w 516"/>
                <a:gd name="T23" fmla="*/ 270 h 644"/>
                <a:gd name="T24" fmla="*/ 265 w 516"/>
                <a:gd name="T25" fmla="*/ 60 h 644"/>
                <a:gd name="T26" fmla="*/ 121 w 516"/>
                <a:gd name="T27" fmla="*/ 270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16" h="644">
                  <a:moveTo>
                    <a:pt x="480" y="517"/>
                  </a:moveTo>
                  <a:cubicBezTo>
                    <a:pt x="506" y="559"/>
                    <a:pt x="506" y="559"/>
                    <a:pt x="506" y="559"/>
                  </a:cubicBezTo>
                  <a:cubicBezTo>
                    <a:pt x="446" y="605"/>
                    <a:pt x="373" y="644"/>
                    <a:pt x="285" y="644"/>
                  </a:cubicBezTo>
                  <a:cubicBezTo>
                    <a:pt x="107" y="644"/>
                    <a:pt x="0" y="525"/>
                    <a:pt x="0" y="321"/>
                  </a:cubicBezTo>
                  <a:cubicBezTo>
                    <a:pt x="0" y="118"/>
                    <a:pt x="115" y="0"/>
                    <a:pt x="267" y="0"/>
                  </a:cubicBezTo>
                  <a:cubicBezTo>
                    <a:pt x="424" y="0"/>
                    <a:pt x="516" y="109"/>
                    <a:pt x="516" y="297"/>
                  </a:cubicBezTo>
                  <a:cubicBezTo>
                    <a:pt x="516" y="331"/>
                    <a:pt x="516" y="331"/>
                    <a:pt x="516" y="331"/>
                  </a:cubicBezTo>
                  <a:cubicBezTo>
                    <a:pt x="120" y="331"/>
                    <a:pt x="120" y="331"/>
                    <a:pt x="120" y="331"/>
                  </a:cubicBezTo>
                  <a:cubicBezTo>
                    <a:pt x="122" y="511"/>
                    <a:pt x="184" y="569"/>
                    <a:pt x="314" y="569"/>
                  </a:cubicBezTo>
                  <a:cubicBezTo>
                    <a:pt x="368" y="569"/>
                    <a:pt x="436" y="546"/>
                    <a:pt x="480" y="517"/>
                  </a:cubicBezTo>
                  <a:close/>
                  <a:moveTo>
                    <a:pt x="121" y="270"/>
                  </a:moveTo>
                  <a:cubicBezTo>
                    <a:pt x="398" y="270"/>
                    <a:pt x="398" y="270"/>
                    <a:pt x="398" y="270"/>
                  </a:cubicBezTo>
                  <a:cubicBezTo>
                    <a:pt x="398" y="118"/>
                    <a:pt x="359" y="60"/>
                    <a:pt x="265" y="60"/>
                  </a:cubicBezTo>
                  <a:cubicBezTo>
                    <a:pt x="180" y="60"/>
                    <a:pt x="129" y="111"/>
                    <a:pt x="121" y="270"/>
                  </a:cubicBezTo>
                  <a:close/>
                </a:path>
              </a:pathLst>
            </a:custGeom>
            <a:solidFill>
              <a:srgbClr val="5E6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6"/>
            <p:cNvSpPr>
              <a:spLocks/>
            </p:cNvSpPr>
            <p:nvPr userDrawn="1"/>
          </p:nvSpPr>
          <p:spPr bwMode="auto">
            <a:xfrm>
              <a:off x="104303513" y="25039638"/>
              <a:ext cx="4556125" cy="7089775"/>
            </a:xfrm>
            <a:custGeom>
              <a:avLst/>
              <a:gdLst>
                <a:gd name="T0" fmla="*/ 368 w 405"/>
                <a:gd name="T1" fmla="*/ 0 h 630"/>
                <a:gd name="T2" fmla="*/ 405 w 405"/>
                <a:gd name="T3" fmla="*/ 7 h 630"/>
                <a:gd name="T4" fmla="*/ 378 w 405"/>
                <a:gd name="T5" fmla="*/ 130 h 630"/>
                <a:gd name="T6" fmla="*/ 339 w 405"/>
                <a:gd name="T7" fmla="*/ 123 h 630"/>
                <a:gd name="T8" fmla="*/ 204 w 405"/>
                <a:gd name="T9" fmla="*/ 284 h 630"/>
                <a:gd name="T10" fmla="*/ 204 w 405"/>
                <a:gd name="T11" fmla="*/ 501 h 630"/>
                <a:gd name="T12" fmla="*/ 309 w 405"/>
                <a:gd name="T13" fmla="*/ 588 h 630"/>
                <a:gd name="T14" fmla="*/ 309 w 405"/>
                <a:gd name="T15" fmla="*/ 630 h 630"/>
                <a:gd name="T16" fmla="*/ 4 w 405"/>
                <a:gd name="T17" fmla="*/ 630 h 630"/>
                <a:gd name="T18" fmla="*/ 4 w 405"/>
                <a:gd name="T19" fmla="*/ 588 h 630"/>
                <a:gd name="T20" fmla="*/ 91 w 405"/>
                <a:gd name="T21" fmla="*/ 501 h 630"/>
                <a:gd name="T22" fmla="*/ 91 w 405"/>
                <a:gd name="T23" fmla="*/ 197 h 630"/>
                <a:gd name="T24" fmla="*/ 0 w 405"/>
                <a:gd name="T25" fmla="*/ 91 h 630"/>
                <a:gd name="T26" fmla="*/ 0 w 405"/>
                <a:gd name="T27" fmla="*/ 54 h 630"/>
                <a:gd name="T28" fmla="*/ 159 w 405"/>
                <a:gd name="T29" fmla="*/ 4 h 630"/>
                <a:gd name="T30" fmla="*/ 178 w 405"/>
                <a:gd name="T31" fmla="*/ 4 h 630"/>
                <a:gd name="T32" fmla="*/ 199 w 405"/>
                <a:gd name="T33" fmla="*/ 146 h 630"/>
                <a:gd name="T34" fmla="*/ 368 w 405"/>
                <a:gd name="T35" fmla="*/ 0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05" h="630">
                  <a:moveTo>
                    <a:pt x="368" y="0"/>
                  </a:moveTo>
                  <a:cubicBezTo>
                    <a:pt x="381" y="0"/>
                    <a:pt x="395" y="3"/>
                    <a:pt x="405" y="7"/>
                  </a:cubicBezTo>
                  <a:cubicBezTo>
                    <a:pt x="378" y="130"/>
                    <a:pt x="378" y="130"/>
                    <a:pt x="378" y="130"/>
                  </a:cubicBezTo>
                  <a:cubicBezTo>
                    <a:pt x="369" y="126"/>
                    <a:pt x="358" y="123"/>
                    <a:pt x="339" y="123"/>
                  </a:cubicBezTo>
                  <a:cubicBezTo>
                    <a:pt x="237" y="123"/>
                    <a:pt x="204" y="163"/>
                    <a:pt x="204" y="284"/>
                  </a:cubicBezTo>
                  <a:cubicBezTo>
                    <a:pt x="204" y="501"/>
                    <a:pt x="204" y="501"/>
                    <a:pt x="204" y="501"/>
                  </a:cubicBezTo>
                  <a:cubicBezTo>
                    <a:pt x="204" y="572"/>
                    <a:pt x="216" y="584"/>
                    <a:pt x="309" y="588"/>
                  </a:cubicBezTo>
                  <a:cubicBezTo>
                    <a:pt x="309" y="630"/>
                    <a:pt x="309" y="630"/>
                    <a:pt x="309" y="630"/>
                  </a:cubicBezTo>
                  <a:cubicBezTo>
                    <a:pt x="4" y="630"/>
                    <a:pt x="4" y="630"/>
                    <a:pt x="4" y="630"/>
                  </a:cubicBezTo>
                  <a:cubicBezTo>
                    <a:pt x="4" y="588"/>
                    <a:pt x="4" y="588"/>
                    <a:pt x="4" y="588"/>
                  </a:cubicBezTo>
                  <a:cubicBezTo>
                    <a:pt x="75" y="583"/>
                    <a:pt x="91" y="572"/>
                    <a:pt x="91" y="501"/>
                  </a:cubicBezTo>
                  <a:cubicBezTo>
                    <a:pt x="91" y="197"/>
                    <a:pt x="91" y="197"/>
                    <a:pt x="91" y="197"/>
                  </a:cubicBezTo>
                  <a:cubicBezTo>
                    <a:pt x="91" y="106"/>
                    <a:pt x="73" y="94"/>
                    <a:pt x="0" y="9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159" y="4"/>
                    <a:pt x="159" y="4"/>
                    <a:pt x="159" y="4"/>
                  </a:cubicBezTo>
                  <a:cubicBezTo>
                    <a:pt x="178" y="4"/>
                    <a:pt x="178" y="4"/>
                    <a:pt x="178" y="4"/>
                  </a:cubicBezTo>
                  <a:cubicBezTo>
                    <a:pt x="186" y="25"/>
                    <a:pt x="199" y="77"/>
                    <a:pt x="199" y="146"/>
                  </a:cubicBezTo>
                  <a:cubicBezTo>
                    <a:pt x="247" y="60"/>
                    <a:pt x="301" y="0"/>
                    <a:pt x="368" y="0"/>
                  </a:cubicBezTo>
                  <a:close/>
                </a:path>
              </a:pathLst>
            </a:custGeom>
            <a:solidFill>
              <a:srgbClr val="5E6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37"/>
            <p:cNvSpPr>
              <a:spLocks noEditPoints="1"/>
            </p:cNvSpPr>
            <p:nvPr userDrawn="1"/>
          </p:nvSpPr>
          <p:spPr bwMode="auto">
            <a:xfrm>
              <a:off x="108792963" y="21934488"/>
              <a:ext cx="7099300" cy="10340975"/>
            </a:xfrm>
            <a:custGeom>
              <a:avLst/>
              <a:gdLst>
                <a:gd name="T0" fmla="*/ 150 w 631"/>
                <a:gd name="T1" fmla="*/ 906 h 919"/>
                <a:gd name="T2" fmla="*/ 78 w 631"/>
                <a:gd name="T3" fmla="*/ 906 h 919"/>
                <a:gd name="T4" fmla="*/ 94 w 631"/>
                <a:gd name="T5" fmla="*/ 761 h 919"/>
                <a:gd name="T6" fmla="*/ 94 w 631"/>
                <a:gd name="T7" fmla="*/ 181 h 919"/>
                <a:gd name="T8" fmla="*/ 0 w 631"/>
                <a:gd name="T9" fmla="*/ 75 h 919"/>
                <a:gd name="T10" fmla="*/ 0 w 631"/>
                <a:gd name="T11" fmla="*/ 36 h 919"/>
                <a:gd name="T12" fmla="*/ 174 w 631"/>
                <a:gd name="T13" fmla="*/ 0 h 919"/>
                <a:gd name="T14" fmla="*/ 192 w 631"/>
                <a:gd name="T15" fmla="*/ 0 h 919"/>
                <a:gd name="T16" fmla="*/ 207 w 631"/>
                <a:gd name="T17" fmla="*/ 122 h 919"/>
                <a:gd name="T18" fmla="*/ 207 w 631"/>
                <a:gd name="T19" fmla="*/ 375 h 919"/>
                <a:gd name="T20" fmla="*/ 399 w 631"/>
                <a:gd name="T21" fmla="*/ 281 h 919"/>
                <a:gd name="T22" fmla="*/ 631 w 631"/>
                <a:gd name="T23" fmla="*/ 591 h 919"/>
                <a:gd name="T24" fmla="*/ 386 w 631"/>
                <a:gd name="T25" fmla="*/ 919 h 919"/>
                <a:gd name="T26" fmla="*/ 191 w 631"/>
                <a:gd name="T27" fmla="*/ 823 h 919"/>
                <a:gd name="T28" fmla="*/ 150 w 631"/>
                <a:gd name="T29" fmla="*/ 906 h 919"/>
                <a:gd name="T30" fmla="*/ 368 w 631"/>
                <a:gd name="T31" fmla="*/ 362 h 919"/>
                <a:gd name="T32" fmla="*/ 207 w 631"/>
                <a:gd name="T33" fmla="*/ 439 h 919"/>
                <a:gd name="T34" fmla="*/ 207 w 631"/>
                <a:gd name="T35" fmla="*/ 772 h 919"/>
                <a:gd name="T36" fmla="*/ 363 w 631"/>
                <a:gd name="T37" fmla="*/ 844 h 919"/>
                <a:gd name="T38" fmla="*/ 509 w 631"/>
                <a:gd name="T39" fmla="*/ 588 h 919"/>
                <a:gd name="T40" fmla="*/ 368 w 631"/>
                <a:gd name="T41" fmla="*/ 362 h 9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31" h="919">
                  <a:moveTo>
                    <a:pt x="150" y="906"/>
                  </a:moveTo>
                  <a:cubicBezTo>
                    <a:pt x="78" y="906"/>
                    <a:pt x="78" y="906"/>
                    <a:pt x="78" y="906"/>
                  </a:cubicBezTo>
                  <a:cubicBezTo>
                    <a:pt x="89" y="876"/>
                    <a:pt x="94" y="842"/>
                    <a:pt x="94" y="761"/>
                  </a:cubicBezTo>
                  <a:cubicBezTo>
                    <a:pt x="94" y="181"/>
                    <a:pt x="94" y="181"/>
                    <a:pt x="94" y="181"/>
                  </a:cubicBezTo>
                  <a:cubicBezTo>
                    <a:pt x="94" y="90"/>
                    <a:pt x="73" y="78"/>
                    <a:pt x="0" y="75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174" y="0"/>
                    <a:pt x="174" y="0"/>
                    <a:pt x="174" y="0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200" y="23"/>
                    <a:pt x="207" y="65"/>
                    <a:pt x="207" y="122"/>
                  </a:cubicBezTo>
                  <a:cubicBezTo>
                    <a:pt x="207" y="375"/>
                    <a:pt x="207" y="375"/>
                    <a:pt x="207" y="375"/>
                  </a:cubicBezTo>
                  <a:cubicBezTo>
                    <a:pt x="250" y="330"/>
                    <a:pt x="310" y="281"/>
                    <a:pt x="399" y="281"/>
                  </a:cubicBezTo>
                  <a:cubicBezTo>
                    <a:pt x="539" y="281"/>
                    <a:pt x="631" y="383"/>
                    <a:pt x="631" y="591"/>
                  </a:cubicBezTo>
                  <a:cubicBezTo>
                    <a:pt x="631" y="797"/>
                    <a:pt x="541" y="919"/>
                    <a:pt x="386" y="919"/>
                  </a:cubicBezTo>
                  <a:cubicBezTo>
                    <a:pt x="292" y="919"/>
                    <a:pt x="232" y="869"/>
                    <a:pt x="191" y="823"/>
                  </a:cubicBezTo>
                  <a:cubicBezTo>
                    <a:pt x="184" y="845"/>
                    <a:pt x="166" y="887"/>
                    <a:pt x="150" y="906"/>
                  </a:cubicBezTo>
                  <a:close/>
                  <a:moveTo>
                    <a:pt x="368" y="362"/>
                  </a:moveTo>
                  <a:cubicBezTo>
                    <a:pt x="298" y="362"/>
                    <a:pt x="235" y="404"/>
                    <a:pt x="207" y="439"/>
                  </a:cubicBezTo>
                  <a:cubicBezTo>
                    <a:pt x="207" y="772"/>
                    <a:pt x="207" y="772"/>
                    <a:pt x="207" y="772"/>
                  </a:cubicBezTo>
                  <a:cubicBezTo>
                    <a:pt x="248" y="812"/>
                    <a:pt x="288" y="844"/>
                    <a:pt x="363" y="844"/>
                  </a:cubicBezTo>
                  <a:cubicBezTo>
                    <a:pt x="461" y="844"/>
                    <a:pt x="509" y="784"/>
                    <a:pt x="509" y="588"/>
                  </a:cubicBezTo>
                  <a:cubicBezTo>
                    <a:pt x="509" y="418"/>
                    <a:pt x="464" y="362"/>
                    <a:pt x="368" y="362"/>
                  </a:cubicBezTo>
                  <a:close/>
                </a:path>
              </a:pathLst>
            </a:custGeom>
            <a:solidFill>
              <a:srgbClr val="5E6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38"/>
            <p:cNvSpPr>
              <a:spLocks/>
            </p:cNvSpPr>
            <p:nvPr userDrawn="1"/>
          </p:nvSpPr>
          <p:spPr bwMode="auto">
            <a:xfrm>
              <a:off x="116285963" y="25039638"/>
              <a:ext cx="4556125" cy="7089775"/>
            </a:xfrm>
            <a:custGeom>
              <a:avLst/>
              <a:gdLst>
                <a:gd name="T0" fmla="*/ 367 w 405"/>
                <a:gd name="T1" fmla="*/ 0 h 630"/>
                <a:gd name="T2" fmla="*/ 405 w 405"/>
                <a:gd name="T3" fmla="*/ 7 h 630"/>
                <a:gd name="T4" fmla="*/ 377 w 405"/>
                <a:gd name="T5" fmla="*/ 130 h 630"/>
                <a:gd name="T6" fmla="*/ 339 w 405"/>
                <a:gd name="T7" fmla="*/ 123 h 630"/>
                <a:gd name="T8" fmla="*/ 204 w 405"/>
                <a:gd name="T9" fmla="*/ 284 h 630"/>
                <a:gd name="T10" fmla="*/ 204 w 405"/>
                <a:gd name="T11" fmla="*/ 501 h 630"/>
                <a:gd name="T12" fmla="*/ 309 w 405"/>
                <a:gd name="T13" fmla="*/ 588 h 630"/>
                <a:gd name="T14" fmla="*/ 309 w 405"/>
                <a:gd name="T15" fmla="*/ 630 h 630"/>
                <a:gd name="T16" fmla="*/ 4 w 405"/>
                <a:gd name="T17" fmla="*/ 630 h 630"/>
                <a:gd name="T18" fmla="*/ 4 w 405"/>
                <a:gd name="T19" fmla="*/ 588 h 630"/>
                <a:gd name="T20" fmla="*/ 91 w 405"/>
                <a:gd name="T21" fmla="*/ 501 h 630"/>
                <a:gd name="T22" fmla="*/ 91 w 405"/>
                <a:gd name="T23" fmla="*/ 197 h 630"/>
                <a:gd name="T24" fmla="*/ 0 w 405"/>
                <a:gd name="T25" fmla="*/ 91 h 630"/>
                <a:gd name="T26" fmla="*/ 0 w 405"/>
                <a:gd name="T27" fmla="*/ 54 h 630"/>
                <a:gd name="T28" fmla="*/ 159 w 405"/>
                <a:gd name="T29" fmla="*/ 4 h 630"/>
                <a:gd name="T30" fmla="*/ 177 w 405"/>
                <a:gd name="T31" fmla="*/ 4 h 630"/>
                <a:gd name="T32" fmla="*/ 199 w 405"/>
                <a:gd name="T33" fmla="*/ 146 h 630"/>
                <a:gd name="T34" fmla="*/ 367 w 405"/>
                <a:gd name="T35" fmla="*/ 0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05" h="630">
                  <a:moveTo>
                    <a:pt x="367" y="0"/>
                  </a:moveTo>
                  <a:cubicBezTo>
                    <a:pt x="381" y="0"/>
                    <a:pt x="395" y="3"/>
                    <a:pt x="405" y="7"/>
                  </a:cubicBezTo>
                  <a:cubicBezTo>
                    <a:pt x="377" y="130"/>
                    <a:pt x="377" y="130"/>
                    <a:pt x="377" y="130"/>
                  </a:cubicBezTo>
                  <a:cubicBezTo>
                    <a:pt x="369" y="126"/>
                    <a:pt x="358" y="123"/>
                    <a:pt x="339" y="123"/>
                  </a:cubicBezTo>
                  <a:cubicBezTo>
                    <a:pt x="237" y="123"/>
                    <a:pt x="204" y="163"/>
                    <a:pt x="204" y="284"/>
                  </a:cubicBezTo>
                  <a:cubicBezTo>
                    <a:pt x="204" y="501"/>
                    <a:pt x="204" y="501"/>
                    <a:pt x="204" y="501"/>
                  </a:cubicBezTo>
                  <a:cubicBezTo>
                    <a:pt x="204" y="572"/>
                    <a:pt x="216" y="584"/>
                    <a:pt x="309" y="588"/>
                  </a:cubicBezTo>
                  <a:cubicBezTo>
                    <a:pt x="309" y="630"/>
                    <a:pt x="309" y="630"/>
                    <a:pt x="309" y="630"/>
                  </a:cubicBezTo>
                  <a:cubicBezTo>
                    <a:pt x="4" y="630"/>
                    <a:pt x="4" y="630"/>
                    <a:pt x="4" y="630"/>
                  </a:cubicBezTo>
                  <a:cubicBezTo>
                    <a:pt x="4" y="588"/>
                    <a:pt x="4" y="588"/>
                    <a:pt x="4" y="588"/>
                  </a:cubicBezTo>
                  <a:cubicBezTo>
                    <a:pt x="74" y="583"/>
                    <a:pt x="91" y="572"/>
                    <a:pt x="91" y="501"/>
                  </a:cubicBezTo>
                  <a:cubicBezTo>
                    <a:pt x="91" y="197"/>
                    <a:pt x="91" y="197"/>
                    <a:pt x="91" y="197"/>
                  </a:cubicBezTo>
                  <a:cubicBezTo>
                    <a:pt x="91" y="106"/>
                    <a:pt x="73" y="94"/>
                    <a:pt x="0" y="9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159" y="4"/>
                    <a:pt x="159" y="4"/>
                    <a:pt x="159" y="4"/>
                  </a:cubicBezTo>
                  <a:cubicBezTo>
                    <a:pt x="177" y="4"/>
                    <a:pt x="177" y="4"/>
                    <a:pt x="177" y="4"/>
                  </a:cubicBezTo>
                  <a:cubicBezTo>
                    <a:pt x="186" y="25"/>
                    <a:pt x="199" y="77"/>
                    <a:pt x="199" y="146"/>
                  </a:cubicBezTo>
                  <a:cubicBezTo>
                    <a:pt x="247" y="60"/>
                    <a:pt x="300" y="0"/>
                    <a:pt x="367" y="0"/>
                  </a:cubicBezTo>
                  <a:close/>
                </a:path>
              </a:pathLst>
            </a:custGeom>
            <a:solidFill>
              <a:srgbClr val="5E6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39"/>
            <p:cNvSpPr>
              <a:spLocks noEditPoints="1"/>
            </p:cNvSpPr>
            <p:nvPr userDrawn="1"/>
          </p:nvSpPr>
          <p:spPr bwMode="auto">
            <a:xfrm>
              <a:off x="121416763" y="22248813"/>
              <a:ext cx="3262313" cy="9880600"/>
            </a:xfrm>
            <a:custGeom>
              <a:avLst/>
              <a:gdLst>
                <a:gd name="T0" fmla="*/ 3 w 290"/>
                <a:gd name="T1" fmla="*/ 878 h 878"/>
                <a:gd name="T2" fmla="*/ 3 w 290"/>
                <a:gd name="T3" fmla="*/ 836 h 878"/>
                <a:gd name="T4" fmla="*/ 90 w 290"/>
                <a:gd name="T5" fmla="*/ 749 h 878"/>
                <a:gd name="T6" fmla="*/ 90 w 290"/>
                <a:gd name="T7" fmla="*/ 445 h 878"/>
                <a:gd name="T8" fmla="*/ 0 w 290"/>
                <a:gd name="T9" fmla="*/ 339 h 878"/>
                <a:gd name="T10" fmla="*/ 0 w 290"/>
                <a:gd name="T11" fmla="*/ 302 h 878"/>
                <a:gd name="T12" fmla="*/ 185 w 290"/>
                <a:gd name="T13" fmla="*/ 252 h 878"/>
                <a:gd name="T14" fmla="*/ 203 w 290"/>
                <a:gd name="T15" fmla="*/ 252 h 878"/>
                <a:gd name="T16" fmla="*/ 203 w 290"/>
                <a:gd name="T17" fmla="*/ 749 h 878"/>
                <a:gd name="T18" fmla="*/ 290 w 290"/>
                <a:gd name="T19" fmla="*/ 836 h 878"/>
                <a:gd name="T20" fmla="*/ 290 w 290"/>
                <a:gd name="T21" fmla="*/ 878 h 878"/>
                <a:gd name="T22" fmla="*/ 3 w 290"/>
                <a:gd name="T23" fmla="*/ 878 h 878"/>
                <a:gd name="T24" fmla="*/ 139 w 290"/>
                <a:gd name="T25" fmla="*/ 157 h 878"/>
                <a:gd name="T26" fmla="*/ 62 w 290"/>
                <a:gd name="T27" fmla="*/ 78 h 878"/>
                <a:gd name="T28" fmla="*/ 139 w 290"/>
                <a:gd name="T29" fmla="*/ 0 h 878"/>
                <a:gd name="T30" fmla="*/ 216 w 290"/>
                <a:gd name="T31" fmla="*/ 78 h 878"/>
                <a:gd name="T32" fmla="*/ 139 w 290"/>
                <a:gd name="T33" fmla="*/ 157 h 8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0" h="878">
                  <a:moveTo>
                    <a:pt x="3" y="878"/>
                  </a:moveTo>
                  <a:cubicBezTo>
                    <a:pt x="3" y="836"/>
                    <a:pt x="3" y="836"/>
                    <a:pt x="3" y="836"/>
                  </a:cubicBezTo>
                  <a:cubicBezTo>
                    <a:pt x="74" y="831"/>
                    <a:pt x="90" y="820"/>
                    <a:pt x="90" y="749"/>
                  </a:cubicBezTo>
                  <a:cubicBezTo>
                    <a:pt x="90" y="445"/>
                    <a:pt x="90" y="445"/>
                    <a:pt x="90" y="445"/>
                  </a:cubicBezTo>
                  <a:cubicBezTo>
                    <a:pt x="90" y="354"/>
                    <a:pt x="73" y="342"/>
                    <a:pt x="0" y="339"/>
                  </a:cubicBezTo>
                  <a:cubicBezTo>
                    <a:pt x="0" y="302"/>
                    <a:pt x="0" y="302"/>
                    <a:pt x="0" y="302"/>
                  </a:cubicBezTo>
                  <a:cubicBezTo>
                    <a:pt x="185" y="252"/>
                    <a:pt x="185" y="252"/>
                    <a:pt x="185" y="252"/>
                  </a:cubicBezTo>
                  <a:cubicBezTo>
                    <a:pt x="203" y="252"/>
                    <a:pt x="203" y="252"/>
                    <a:pt x="203" y="252"/>
                  </a:cubicBezTo>
                  <a:cubicBezTo>
                    <a:pt x="203" y="749"/>
                    <a:pt x="203" y="749"/>
                    <a:pt x="203" y="749"/>
                  </a:cubicBezTo>
                  <a:cubicBezTo>
                    <a:pt x="203" y="820"/>
                    <a:pt x="212" y="832"/>
                    <a:pt x="290" y="836"/>
                  </a:cubicBezTo>
                  <a:cubicBezTo>
                    <a:pt x="290" y="878"/>
                    <a:pt x="290" y="878"/>
                    <a:pt x="290" y="878"/>
                  </a:cubicBezTo>
                  <a:lnTo>
                    <a:pt x="3" y="878"/>
                  </a:lnTo>
                  <a:close/>
                  <a:moveTo>
                    <a:pt x="139" y="157"/>
                  </a:moveTo>
                  <a:cubicBezTo>
                    <a:pt x="95" y="157"/>
                    <a:pt x="62" y="122"/>
                    <a:pt x="62" y="78"/>
                  </a:cubicBezTo>
                  <a:cubicBezTo>
                    <a:pt x="62" y="35"/>
                    <a:pt x="95" y="0"/>
                    <a:pt x="139" y="0"/>
                  </a:cubicBezTo>
                  <a:cubicBezTo>
                    <a:pt x="182" y="0"/>
                    <a:pt x="216" y="35"/>
                    <a:pt x="216" y="78"/>
                  </a:cubicBezTo>
                  <a:cubicBezTo>
                    <a:pt x="216" y="122"/>
                    <a:pt x="182" y="157"/>
                    <a:pt x="139" y="157"/>
                  </a:cubicBezTo>
                  <a:close/>
                </a:path>
              </a:pathLst>
            </a:custGeom>
            <a:solidFill>
              <a:srgbClr val="5D6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40"/>
            <p:cNvSpPr>
              <a:spLocks noEditPoints="1"/>
            </p:cNvSpPr>
            <p:nvPr userDrawn="1"/>
          </p:nvSpPr>
          <p:spPr bwMode="auto">
            <a:xfrm>
              <a:off x="125128338" y="21934488"/>
              <a:ext cx="7143750" cy="10374313"/>
            </a:xfrm>
            <a:custGeom>
              <a:avLst/>
              <a:gdLst>
                <a:gd name="T0" fmla="*/ 245 w 635"/>
                <a:gd name="T1" fmla="*/ 919 h 922"/>
                <a:gd name="T2" fmla="*/ 0 w 635"/>
                <a:gd name="T3" fmla="*/ 607 h 922"/>
                <a:gd name="T4" fmla="*/ 255 w 635"/>
                <a:gd name="T5" fmla="*/ 281 h 922"/>
                <a:gd name="T6" fmla="*/ 423 w 635"/>
                <a:gd name="T7" fmla="*/ 356 h 922"/>
                <a:gd name="T8" fmla="*/ 423 w 635"/>
                <a:gd name="T9" fmla="*/ 181 h 922"/>
                <a:gd name="T10" fmla="*/ 329 w 635"/>
                <a:gd name="T11" fmla="*/ 75 h 922"/>
                <a:gd name="T12" fmla="*/ 329 w 635"/>
                <a:gd name="T13" fmla="*/ 36 h 922"/>
                <a:gd name="T14" fmla="*/ 510 w 635"/>
                <a:gd name="T15" fmla="*/ 0 h 922"/>
                <a:gd name="T16" fmla="*/ 536 w 635"/>
                <a:gd name="T17" fmla="*/ 0 h 922"/>
                <a:gd name="T18" fmla="*/ 536 w 635"/>
                <a:gd name="T19" fmla="*/ 735 h 922"/>
                <a:gd name="T20" fmla="*/ 635 w 635"/>
                <a:gd name="T21" fmla="*/ 840 h 922"/>
                <a:gd name="T22" fmla="*/ 635 w 635"/>
                <a:gd name="T23" fmla="*/ 878 h 922"/>
                <a:gd name="T24" fmla="*/ 477 w 635"/>
                <a:gd name="T25" fmla="*/ 922 h 922"/>
                <a:gd name="T26" fmla="*/ 458 w 635"/>
                <a:gd name="T27" fmla="*/ 922 h 922"/>
                <a:gd name="T28" fmla="*/ 431 w 635"/>
                <a:gd name="T29" fmla="*/ 814 h 922"/>
                <a:gd name="T30" fmla="*/ 245 w 635"/>
                <a:gd name="T31" fmla="*/ 919 h 922"/>
                <a:gd name="T32" fmla="*/ 264 w 635"/>
                <a:gd name="T33" fmla="*/ 849 h 922"/>
                <a:gd name="T34" fmla="*/ 423 w 635"/>
                <a:gd name="T35" fmla="*/ 760 h 922"/>
                <a:gd name="T36" fmla="*/ 423 w 635"/>
                <a:gd name="T37" fmla="*/ 423 h 922"/>
                <a:gd name="T38" fmla="*/ 273 w 635"/>
                <a:gd name="T39" fmla="*/ 352 h 922"/>
                <a:gd name="T40" fmla="*/ 122 w 635"/>
                <a:gd name="T41" fmla="*/ 592 h 922"/>
                <a:gd name="T42" fmla="*/ 264 w 635"/>
                <a:gd name="T43" fmla="*/ 849 h 9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35" h="922">
                  <a:moveTo>
                    <a:pt x="245" y="919"/>
                  </a:moveTo>
                  <a:cubicBezTo>
                    <a:pt x="118" y="919"/>
                    <a:pt x="0" y="833"/>
                    <a:pt x="0" y="607"/>
                  </a:cubicBezTo>
                  <a:cubicBezTo>
                    <a:pt x="0" y="413"/>
                    <a:pt x="96" y="281"/>
                    <a:pt x="255" y="281"/>
                  </a:cubicBezTo>
                  <a:cubicBezTo>
                    <a:pt x="317" y="281"/>
                    <a:pt x="378" y="306"/>
                    <a:pt x="423" y="356"/>
                  </a:cubicBezTo>
                  <a:cubicBezTo>
                    <a:pt x="423" y="181"/>
                    <a:pt x="423" y="181"/>
                    <a:pt x="423" y="181"/>
                  </a:cubicBezTo>
                  <a:cubicBezTo>
                    <a:pt x="423" y="90"/>
                    <a:pt x="402" y="78"/>
                    <a:pt x="329" y="75"/>
                  </a:cubicBezTo>
                  <a:cubicBezTo>
                    <a:pt x="329" y="36"/>
                    <a:pt x="329" y="36"/>
                    <a:pt x="329" y="36"/>
                  </a:cubicBezTo>
                  <a:cubicBezTo>
                    <a:pt x="510" y="0"/>
                    <a:pt x="510" y="0"/>
                    <a:pt x="510" y="0"/>
                  </a:cubicBezTo>
                  <a:cubicBezTo>
                    <a:pt x="536" y="0"/>
                    <a:pt x="536" y="0"/>
                    <a:pt x="536" y="0"/>
                  </a:cubicBezTo>
                  <a:cubicBezTo>
                    <a:pt x="536" y="735"/>
                    <a:pt x="536" y="735"/>
                    <a:pt x="536" y="735"/>
                  </a:cubicBezTo>
                  <a:cubicBezTo>
                    <a:pt x="536" y="825"/>
                    <a:pt x="555" y="838"/>
                    <a:pt x="635" y="840"/>
                  </a:cubicBezTo>
                  <a:cubicBezTo>
                    <a:pt x="635" y="878"/>
                    <a:pt x="635" y="878"/>
                    <a:pt x="635" y="878"/>
                  </a:cubicBezTo>
                  <a:cubicBezTo>
                    <a:pt x="477" y="922"/>
                    <a:pt x="477" y="922"/>
                    <a:pt x="477" y="922"/>
                  </a:cubicBezTo>
                  <a:cubicBezTo>
                    <a:pt x="458" y="922"/>
                    <a:pt x="458" y="922"/>
                    <a:pt x="458" y="922"/>
                  </a:cubicBezTo>
                  <a:cubicBezTo>
                    <a:pt x="451" y="907"/>
                    <a:pt x="435" y="864"/>
                    <a:pt x="431" y="814"/>
                  </a:cubicBezTo>
                  <a:cubicBezTo>
                    <a:pt x="384" y="875"/>
                    <a:pt x="310" y="919"/>
                    <a:pt x="245" y="919"/>
                  </a:cubicBezTo>
                  <a:close/>
                  <a:moveTo>
                    <a:pt x="264" y="849"/>
                  </a:moveTo>
                  <a:cubicBezTo>
                    <a:pt x="320" y="849"/>
                    <a:pt x="374" y="814"/>
                    <a:pt x="423" y="760"/>
                  </a:cubicBezTo>
                  <a:cubicBezTo>
                    <a:pt x="423" y="423"/>
                    <a:pt x="423" y="423"/>
                    <a:pt x="423" y="423"/>
                  </a:cubicBezTo>
                  <a:cubicBezTo>
                    <a:pt x="385" y="376"/>
                    <a:pt x="325" y="352"/>
                    <a:pt x="273" y="352"/>
                  </a:cubicBezTo>
                  <a:cubicBezTo>
                    <a:pt x="179" y="352"/>
                    <a:pt x="122" y="398"/>
                    <a:pt x="122" y="592"/>
                  </a:cubicBezTo>
                  <a:cubicBezTo>
                    <a:pt x="122" y="784"/>
                    <a:pt x="166" y="849"/>
                    <a:pt x="264" y="849"/>
                  </a:cubicBezTo>
                  <a:close/>
                </a:path>
              </a:pathLst>
            </a:custGeom>
            <a:solidFill>
              <a:srgbClr val="5E6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41"/>
            <p:cNvSpPr>
              <a:spLocks noEditPoints="1"/>
            </p:cNvSpPr>
            <p:nvPr userDrawn="1"/>
          </p:nvSpPr>
          <p:spPr bwMode="auto">
            <a:xfrm>
              <a:off x="132543550" y="25017413"/>
              <a:ext cx="6546850" cy="9755188"/>
            </a:xfrm>
            <a:custGeom>
              <a:avLst/>
              <a:gdLst>
                <a:gd name="T0" fmla="*/ 0 w 582"/>
                <a:gd name="T1" fmla="*/ 724 h 867"/>
                <a:gd name="T2" fmla="*/ 64 w 582"/>
                <a:gd name="T3" fmla="*/ 637 h 867"/>
                <a:gd name="T4" fmla="*/ 116 w 582"/>
                <a:gd name="T5" fmla="*/ 635 h 867"/>
                <a:gd name="T6" fmla="*/ 102 w 582"/>
                <a:gd name="T7" fmla="*/ 699 h 867"/>
                <a:gd name="T8" fmla="*/ 259 w 582"/>
                <a:gd name="T9" fmla="*/ 807 h 867"/>
                <a:gd name="T10" fmla="*/ 433 w 582"/>
                <a:gd name="T11" fmla="*/ 692 h 867"/>
                <a:gd name="T12" fmla="*/ 239 w 582"/>
                <a:gd name="T13" fmla="*/ 596 h 867"/>
                <a:gd name="T14" fmla="*/ 128 w 582"/>
                <a:gd name="T15" fmla="*/ 589 h 867"/>
                <a:gd name="T16" fmla="*/ 48 w 582"/>
                <a:gd name="T17" fmla="*/ 492 h 867"/>
                <a:gd name="T18" fmla="*/ 163 w 582"/>
                <a:gd name="T19" fmla="*/ 385 h 867"/>
                <a:gd name="T20" fmla="*/ 15 w 582"/>
                <a:gd name="T21" fmla="*/ 209 h 867"/>
                <a:gd name="T22" fmla="*/ 249 w 582"/>
                <a:gd name="T23" fmla="*/ 5 h 867"/>
                <a:gd name="T24" fmla="*/ 346 w 582"/>
                <a:gd name="T25" fmla="*/ 19 h 867"/>
                <a:gd name="T26" fmla="*/ 439 w 582"/>
                <a:gd name="T27" fmla="*/ 38 h 867"/>
                <a:gd name="T28" fmla="*/ 539 w 582"/>
                <a:gd name="T29" fmla="*/ 0 h 867"/>
                <a:gd name="T30" fmla="*/ 582 w 582"/>
                <a:gd name="T31" fmla="*/ 81 h 867"/>
                <a:gd name="T32" fmla="*/ 495 w 582"/>
                <a:gd name="T33" fmla="*/ 103 h 867"/>
                <a:gd name="T34" fmla="*/ 408 w 582"/>
                <a:gd name="T35" fmla="*/ 79 h 867"/>
                <a:gd name="T36" fmla="*/ 482 w 582"/>
                <a:gd name="T37" fmla="*/ 211 h 867"/>
                <a:gd name="T38" fmla="*/ 250 w 582"/>
                <a:gd name="T39" fmla="*/ 400 h 867"/>
                <a:gd name="T40" fmla="*/ 223 w 582"/>
                <a:gd name="T41" fmla="*/ 401 h 867"/>
                <a:gd name="T42" fmla="*/ 147 w 582"/>
                <a:gd name="T43" fmla="*/ 466 h 867"/>
                <a:gd name="T44" fmla="*/ 192 w 582"/>
                <a:gd name="T45" fmla="*/ 497 h 867"/>
                <a:gd name="T46" fmla="*/ 306 w 582"/>
                <a:gd name="T47" fmla="*/ 497 h 867"/>
                <a:gd name="T48" fmla="*/ 534 w 582"/>
                <a:gd name="T49" fmla="*/ 668 h 867"/>
                <a:gd name="T50" fmla="*/ 261 w 582"/>
                <a:gd name="T51" fmla="*/ 867 h 867"/>
                <a:gd name="T52" fmla="*/ 0 w 582"/>
                <a:gd name="T53" fmla="*/ 724 h 867"/>
                <a:gd name="T54" fmla="*/ 361 w 582"/>
                <a:gd name="T55" fmla="*/ 207 h 867"/>
                <a:gd name="T56" fmla="*/ 246 w 582"/>
                <a:gd name="T57" fmla="*/ 63 h 867"/>
                <a:gd name="T58" fmla="*/ 133 w 582"/>
                <a:gd name="T59" fmla="*/ 204 h 867"/>
                <a:gd name="T60" fmla="*/ 248 w 582"/>
                <a:gd name="T61" fmla="*/ 344 h 867"/>
                <a:gd name="T62" fmla="*/ 361 w 582"/>
                <a:gd name="T63" fmla="*/ 207 h 8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82" h="867">
                  <a:moveTo>
                    <a:pt x="0" y="724"/>
                  </a:moveTo>
                  <a:cubicBezTo>
                    <a:pt x="0" y="679"/>
                    <a:pt x="34" y="654"/>
                    <a:pt x="64" y="637"/>
                  </a:cubicBezTo>
                  <a:cubicBezTo>
                    <a:pt x="116" y="635"/>
                    <a:pt x="116" y="635"/>
                    <a:pt x="116" y="635"/>
                  </a:cubicBezTo>
                  <a:cubicBezTo>
                    <a:pt x="110" y="646"/>
                    <a:pt x="102" y="673"/>
                    <a:pt x="102" y="699"/>
                  </a:cubicBezTo>
                  <a:cubicBezTo>
                    <a:pt x="102" y="769"/>
                    <a:pt x="139" y="807"/>
                    <a:pt x="259" y="807"/>
                  </a:cubicBezTo>
                  <a:cubicBezTo>
                    <a:pt x="389" y="807"/>
                    <a:pt x="433" y="759"/>
                    <a:pt x="433" y="692"/>
                  </a:cubicBezTo>
                  <a:cubicBezTo>
                    <a:pt x="433" y="616"/>
                    <a:pt x="402" y="600"/>
                    <a:pt x="239" y="596"/>
                  </a:cubicBezTo>
                  <a:cubicBezTo>
                    <a:pt x="195" y="595"/>
                    <a:pt x="152" y="591"/>
                    <a:pt x="128" y="589"/>
                  </a:cubicBezTo>
                  <a:cubicBezTo>
                    <a:pt x="74" y="582"/>
                    <a:pt x="48" y="538"/>
                    <a:pt x="48" y="492"/>
                  </a:cubicBezTo>
                  <a:cubicBezTo>
                    <a:pt x="48" y="443"/>
                    <a:pt x="96" y="407"/>
                    <a:pt x="163" y="385"/>
                  </a:cubicBezTo>
                  <a:cubicBezTo>
                    <a:pt x="72" y="364"/>
                    <a:pt x="15" y="291"/>
                    <a:pt x="15" y="209"/>
                  </a:cubicBezTo>
                  <a:cubicBezTo>
                    <a:pt x="15" y="88"/>
                    <a:pt x="106" y="5"/>
                    <a:pt x="249" y="5"/>
                  </a:cubicBezTo>
                  <a:cubicBezTo>
                    <a:pt x="282" y="5"/>
                    <a:pt x="308" y="7"/>
                    <a:pt x="346" y="19"/>
                  </a:cubicBezTo>
                  <a:cubicBezTo>
                    <a:pt x="378" y="29"/>
                    <a:pt x="411" y="38"/>
                    <a:pt x="439" y="38"/>
                  </a:cubicBezTo>
                  <a:cubicBezTo>
                    <a:pt x="476" y="38"/>
                    <a:pt x="506" y="24"/>
                    <a:pt x="539" y="0"/>
                  </a:cubicBezTo>
                  <a:cubicBezTo>
                    <a:pt x="582" y="81"/>
                    <a:pt x="582" y="81"/>
                    <a:pt x="582" y="81"/>
                  </a:cubicBezTo>
                  <a:cubicBezTo>
                    <a:pt x="554" y="94"/>
                    <a:pt x="527" y="103"/>
                    <a:pt x="495" y="103"/>
                  </a:cubicBezTo>
                  <a:cubicBezTo>
                    <a:pt x="470" y="103"/>
                    <a:pt x="442" y="96"/>
                    <a:pt x="408" y="79"/>
                  </a:cubicBezTo>
                  <a:cubicBezTo>
                    <a:pt x="449" y="111"/>
                    <a:pt x="482" y="155"/>
                    <a:pt x="482" y="211"/>
                  </a:cubicBezTo>
                  <a:cubicBezTo>
                    <a:pt x="482" y="293"/>
                    <a:pt x="429" y="391"/>
                    <a:pt x="250" y="400"/>
                  </a:cubicBezTo>
                  <a:cubicBezTo>
                    <a:pt x="241" y="401"/>
                    <a:pt x="233" y="401"/>
                    <a:pt x="223" y="401"/>
                  </a:cubicBezTo>
                  <a:cubicBezTo>
                    <a:pt x="178" y="414"/>
                    <a:pt x="147" y="438"/>
                    <a:pt x="147" y="466"/>
                  </a:cubicBezTo>
                  <a:cubicBezTo>
                    <a:pt x="147" y="484"/>
                    <a:pt x="162" y="497"/>
                    <a:pt x="192" y="497"/>
                  </a:cubicBezTo>
                  <a:cubicBezTo>
                    <a:pt x="306" y="497"/>
                    <a:pt x="306" y="497"/>
                    <a:pt x="306" y="497"/>
                  </a:cubicBezTo>
                  <a:cubicBezTo>
                    <a:pt x="451" y="497"/>
                    <a:pt x="534" y="536"/>
                    <a:pt x="534" y="668"/>
                  </a:cubicBezTo>
                  <a:cubicBezTo>
                    <a:pt x="534" y="790"/>
                    <a:pt x="415" y="867"/>
                    <a:pt x="261" y="867"/>
                  </a:cubicBezTo>
                  <a:cubicBezTo>
                    <a:pt x="90" y="867"/>
                    <a:pt x="0" y="800"/>
                    <a:pt x="0" y="724"/>
                  </a:cubicBezTo>
                  <a:close/>
                  <a:moveTo>
                    <a:pt x="361" y="207"/>
                  </a:moveTo>
                  <a:cubicBezTo>
                    <a:pt x="361" y="108"/>
                    <a:pt x="325" y="63"/>
                    <a:pt x="246" y="63"/>
                  </a:cubicBezTo>
                  <a:cubicBezTo>
                    <a:pt x="173" y="63"/>
                    <a:pt x="133" y="106"/>
                    <a:pt x="133" y="204"/>
                  </a:cubicBezTo>
                  <a:cubicBezTo>
                    <a:pt x="133" y="299"/>
                    <a:pt x="174" y="344"/>
                    <a:pt x="248" y="344"/>
                  </a:cubicBezTo>
                  <a:cubicBezTo>
                    <a:pt x="322" y="344"/>
                    <a:pt x="361" y="302"/>
                    <a:pt x="361" y="207"/>
                  </a:cubicBezTo>
                  <a:close/>
                </a:path>
              </a:pathLst>
            </a:custGeom>
            <a:solidFill>
              <a:srgbClr val="5E6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42"/>
            <p:cNvSpPr>
              <a:spLocks noEditPoints="1"/>
            </p:cNvSpPr>
            <p:nvPr userDrawn="1"/>
          </p:nvSpPr>
          <p:spPr bwMode="auto">
            <a:xfrm>
              <a:off x="139225338" y="25039638"/>
              <a:ext cx="5794375" cy="7246938"/>
            </a:xfrm>
            <a:custGeom>
              <a:avLst/>
              <a:gdLst>
                <a:gd name="T0" fmla="*/ 479 w 515"/>
                <a:gd name="T1" fmla="*/ 517 h 644"/>
                <a:gd name="T2" fmla="*/ 505 w 515"/>
                <a:gd name="T3" fmla="*/ 559 h 644"/>
                <a:gd name="T4" fmla="*/ 284 w 515"/>
                <a:gd name="T5" fmla="*/ 644 h 644"/>
                <a:gd name="T6" fmla="*/ 0 w 515"/>
                <a:gd name="T7" fmla="*/ 321 h 644"/>
                <a:gd name="T8" fmla="*/ 267 w 515"/>
                <a:gd name="T9" fmla="*/ 0 h 644"/>
                <a:gd name="T10" fmla="*/ 515 w 515"/>
                <a:gd name="T11" fmla="*/ 297 h 644"/>
                <a:gd name="T12" fmla="*/ 515 w 515"/>
                <a:gd name="T13" fmla="*/ 331 h 644"/>
                <a:gd name="T14" fmla="*/ 119 w 515"/>
                <a:gd name="T15" fmla="*/ 331 h 644"/>
                <a:gd name="T16" fmla="*/ 314 w 515"/>
                <a:gd name="T17" fmla="*/ 569 h 644"/>
                <a:gd name="T18" fmla="*/ 479 w 515"/>
                <a:gd name="T19" fmla="*/ 517 h 644"/>
                <a:gd name="T20" fmla="*/ 120 w 515"/>
                <a:gd name="T21" fmla="*/ 270 h 644"/>
                <a:gd name="T22" fmla="*/ 397 w 515"/>
                <a:gd name="T23" fmla="*/ 270 h 644"/>
                <a:gd name="T24" fmla="*/ 265 w 515"/>
                <a:gd name="T25" fmla="*/ 60 h 644"/>
                <a:gd name="T26" fmla="*/ 120 w 515"/>
                <a:gd name="T27" fmla="*/ 270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15" h="644">
                  <a:moveTo>
                    <a:pt x="479" y="517"/>
                  </a:moveTo>
                  <a:cubicBezTo>
                    <a:pt x="505" y="559"/>
                    <a:pt x="505" y="559"/>
                    <a:pt x="505" y="559"/>
                  </a:cubicBezTo>
                  <a:cubicBezTo>
                    <a:pt x="446" y="605"/>
                    <a:pt x="373" y="644"/>
                    <a:pt x="284" y="644"/>
                  </a:cubicBezTo>
                  <a:cubicBezTo>
                    <a:pt x="107" y="644"/>
                    <a:pt x="0" y="525"/>
                    <a:pt x="0" y="321"/>
                  </a:cubicBezTo>
                  <a:cubicBezTo>
                    <a:pt x="0" y="118"/>
                    <a:pt x="114" y="0"/>
                    <a:pt x="267" y="0"/>
                  </a:cubicBezTo>
                  <a:cubicBezTo>
                    <a:pt x="423" y="0"/>
                    <a:pt x="515" y="109"/>
                    <a:pt x="515" y="297"/>
                  </a:cubicBezTo>
                  <a:cubicBezTo>
                    <a:pt x="515" y="331"/>
                    <a:pt x="515" y="331"/>
                    <a:pt x="515" y="331"/>
                  </a:cubicBezTo>
                  <a:cubicBezTo>
                    <a:pt x="119" y="331"/>
                    <a:pt x="119" y="331"/>
                    <a:pt x="119" y="331"/>
                  </a:cubicBezTo>
                  <a:cubicBezTo>
                    <a:pt x="122" y="511"/>
                    <a:pt x="184" y="569"/>
                    <a:pt x="314" y="569"/>
                  </a:cubicBezTo>
                  <a:cubicBezTo>
                    <a:pt x="368" y="569"/>
                    <a:pt x="436" y="546"/>
                    <a:pt x="479" y="517"/>
                  </a:cubicBezTo>
                  <a:close/>
                  <a:moveTo>
                    <a:pt x="120" y="270"/>
                  </a:moveTo>
                  <a:cubicBezTo>
                    <a:pt x="397" y="270"/>
                    <a:pt x="397" y="270"/>
                    <a:pt x="397" y="270"/>
                  </a:cubicBezTo>
                  <a:cubicBezTo>
                    <a:pt x="397" y="118"/>
                    <a:pt x="359" y="60"/>
                    <a:pt x="265" y="60"/>
                  </a:cubicBezTo>
                  <a:cubicBezTo>
                    <a:pt x="180" y="60"/>
                    <a:pt x="129" y="111"/>
                    <a:pt x="120" y="270"/>
                  </a:cubicBezTo>
                  <a:close/>
                </a:path>
              </a:pathLst>
            </a:custGeom>
            <a:solidFill>
              <a:srgbClr val="5E6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64776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7462615B-5D10-39D6-093B-D6F098B8357D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auto"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en-US" b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158182"/>
            <a:ext cx="8601075" cy="4616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233488"/>
            <a:ext cx="8601076" cy="4922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6700" y="6307498"/>
            <a:ext cx="8601073" cy="236649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266700" y="664461"/>
            <a:ext cx="8601075" cy="276999"/>
          </a:xfr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8DECF50-589C-4C54-AAE0-F75283D0F7F4}"/>
              </a:ext>
            </a:extLst>
          </p:cNvPr>
          <p:cNvCxnSpPr>
            <a:cxnSpLocks/>
          </p:cNvCxnSpPr>
          <p:nvPr userDrawn="1"/>
        </p:nvCxnSpPr>
        <p:spPr>
          <a:xfrm>
            <a:off x="266700" y="624560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1316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5592" userDrawn="1">
          <p15:clr>
            <a:srgbClr val="FBAE40"/>
          </p15:clr>
        </p15:guide>
        <p15:guide id="4" pos="16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2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 bwMode="auto">
          <a:xfrm>
            <a:off x="232833" y="551543"/>
            <a:ext cx="720271" cy="1354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b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158182"/>
            <a:ext cx="8601075" cy="4616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630810"/>
            <a:ext cx="8601076" cy="4525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6700" y="6307498"/>
            <a:ext cx="8601073" cy="236649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266700" y="1061782"/>
            <a:ext cx="8601075" cy="276999"/>
          </a:xfr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AEB97B-C36B-4F75-9E8B-4048429ED308}"/>
              </a:ext>
            </a:extLst>
          </p:cNvPr>
          <p:cNvCxnSpPr>
            <a:cxnSpLocks/>
          </p:cNvCxnSpPr>
          <p:nvPr userDrawn="1"/>
        </p:nvCxnSpPr>
        <p:spPr>
          <a:xfrm>
            <a:off x="266700" y="1006323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5525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5592" userDrawn="1">
          <p15:clr>
            <a:srgbClr val="FBAE40"/>
          </p15:clr>
        </p15:guide>
        <p15:guide id="4" pos="16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/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699" y="158182"/>
            <a:ext cx="8601073" cy="49244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233488"/>
            <a:ext cx="3941446" cy="4922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6700" y="6354864"/>
            <a:ext cx="8601073" cy="18928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266699" y="665310"/>
            <a:ext cx="8601073" cy="276999"/>
          </a:xfr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4"/>
          </p:nvPr>
        </p:nvSpPr>
        <p:spPr>
          <a:xfrm>
            <a:off x="4935855" y="1233488"/>
            <a:ext cx="3931920" cy="4922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3418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158182"/>
            <a:ext cx="8610600" cy="49244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233488"/>
            <a:ext cx="2560320" cy="4922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6700" y="6354864"/>
            <a:ext cx="8601073" cy="18928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266700" y="665308"/>
            <a:ext cx="8610600" cy="276999"/>
          </a:xfr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4"/>
          </p:nvPr>
        </p:nvSpPr>
        <p:spPr>
          <a:xfrm>
            <a:off x="3293585" y="1233488"/>
            <a:ext cx="2560320" cy="4922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5"/>
          </p:nvPr>
        </p:nvSpPr>
        <p:spPr>
          <a:xfrm>
            <a:off x="6316980" y="1233488"/>
            <a:ext cx="2560320" cy="4922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1045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158182"/>
            <a:ext cx="8601072" cy="49244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233488"/>
            <a:ext cx="1901952" cy="4922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6700" y="6354864"/>
            <a:ext cx="8601073" cy="18928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266700" y="665305"/>
            <a:ext cx="8601072" cy="276999"/>
          </a:xfr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4"/>
          </p:nvPr>
        </p:nvSpPr>
        <p:spPr>
          <a:xfrm>
            <a:off x="2499741" y="1233488"/>
            <a:ext cx="1901952" cy="4922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5"/>
          </p:nvPr>
        </p:nvSpPr>
        <p:spPr>
          <a:xfrm>
            <a:off x="4732782" y="1233488"/>
            <a:ext cx="1901952" cy="4922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6"/>
          </p:nvPr>
        </p:nvSpPr>
        <p:spPr>
          <a:xfrm>
            <a:off x="6965823" y="1233488"/>
            <a:ext cx="1901952" cy="4922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4698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158182"/>
            <a:ext cx="8601072" cy="49244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233488"/>
            <a:ext cx="1508760" cy="4922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6700" y="6354864"/>
            <a:ext cx="8601073" cy="18928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266700" y="665305"/>
            <a:ext cx="8601072" cy="276999"/>
          </a:xfr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4"/>
          </p:nvPr>
        </p:nvSpPr>
        <p:spPr>
          <a:xfrm>
            <a:off x="2045237" y="1233488"/>
            <a:ext cx="1508760" cy="4922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5"/>
          </p:nvPr>
        </p:nvSpPr>
        <p:spPr>
          <a:xfrm>
            <a:off x="3817620" y="1233488"/>
            <a:ext cx="1508760" cy="4922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6"/>
          </p:nvPr>
        </p:nvSpPr>
        <p:spPr>
          <a:xfrm>
            <a:off x="5589612" y="1233488"/>
            <a:ext cx="1508760" cy="4922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7"/>
          </p:nvPr>
        </p:nvSpPr>
        <p:spPr>
          <a:xfrm>
            <a:off x="7357428" y="1233488"/>
            <a:ext cx="1508760" cy="4922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93017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158182"/>
            <a:ext cx="8601072" cy="49244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233488"/>
            <a:ext cx="1645920" cy="4922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6700" y="6354864"/>
            <a:ext cx="8601073" cy="18928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266700" y="665305"/>
            <a:ext cx="8601072" cy="276999"/>
          </a:xfr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4"/>
          </p:nvPr>
        </p:nvSpPr>
        <p:spPr>
          <a:xfrm>
            <a:off x="2016266" y="1233488"/>
            <a:ext cx="1645920" cy="4922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5"/>
          </p:nvPr>
        </p:nvSpPr>
        <p:spPr>
          <a:xfrm>
            <a:off x="3753451" y="1233488"/>
            <a:ext cx="1645920" cy="4922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6"/>
          </p:nvPr>
        </p:nvSpPr>
        <p:spPr>
          <a:xfrm>
            <a:off x="5490251" y="1233488"/>
            <a:ext cx="1645920" cy="4922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7"/>
          </p:nvPr>
        </p:nvSpPr>
        <p:spPr>
          <a:xfrm>
            <a:off x="7222959" y="1233488"/>
            <a:ext cx="1645920" cy="4922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5292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/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699" y="158182"/>
            <a:ext cx="8601073" cy="49244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233488"/>
            <a:ext cx="2560320" cy="4922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6700" y="6354864"/>
            <a:ext cx="8601073" cy="18928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266699" y="665307"/>
            <a:ext cx="8601073" cy="276999"/>
          </a:xfr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4"/>
          </p:nvPr>
        </p:nvSpPr>
        <p:spPr>
          <a:xfrm>
            <a:off x="3377565" y="1233488"/>
            <a:ext cx="5490210" cy="4922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62923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6/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699" y="158182"/>
            <a:ext cx="8601073" cy="49244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7452" y="1233488"/>
            <a:ext cx="2560320" cy="4922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6700" y="6354864"/>
            <a:ext cx="8601073" cy="18928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266699" y="665307"/>
            <a:ext cx="8601073" cy="276999"/>
          </a:xfr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4"/>
          </p:nvPr>
        </p:nvSpPr>
        <p:spPr>
          <a:xfrm>
            <a:off x="266699" y="1233488"/>
            <a:ext cx="5490210" cy="4922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4369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/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158182"/>
            <a:ext cx="8601072" cy="49244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233488"/>
            <a:ext cx="1901952" cy="4922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6700" y="6354864"/>
            <a:ext cx="8601073" cy="18928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266700" y="665310"/>
            <a:ext cx="8601072" cy="276999"/>
          </a:xfr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4"/>
          </p:nvPr>
        </p:nvSpPr>
        <p:spPr>
          <a:xfrm>
            <a:off x="2621241" y="1233488"/>
            <a:ext cx="6246533" cy="4922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99696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ts val="25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0040" y="6172200"/>
            <a:ext cx="71323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320039" y="1325562"/>
            <a:ext cx="8503285" cy="475488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804465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6700" y="158182"/>
            <a:ext cx="8601074" cy="461665"/>
          </a:xfrm>
          <a:prstGeom prst="rect">
            <a:avLst/>
          </a:prstGeom>
        </p:spPr>
        <p:txBody>
          <a:bodyPr vert="horz" wrap="square" lIns="0" tIns="45720" rIns="0" bIns="4572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700" y="1233488"/>
            <a:ext cx="8601075" cy="492283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6700" y="6354864"/>
            <a:ext cx="8601073" cy="189283"/>
          </a:xfrm>
          <a:prstGeom prst="rect">
            <a:avLst/>
          </a:prstGeom>
        </p:spPr>
        <p:txBody>
          <a:bodyPr vert="horz" wrap="square" lIns="0" tIns="45720" rIns="0" bIns="45720" rtlCol="0" anchor="b" anchorCtr="0">
            <a:spAutoFit/>
          </a:bodyPr>
          <a:lstStyle>
            <a:lvl1pPr algn="l">
              <a:lnSpc>
                <a:spcPct val="90000"/>
              </a:lnSpc>
              <a:spcBef>
                <a:spcPts val="200"/>
              </a:spcBef>
              <a:defRPr sz="7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266700" y="6646593"/>
            <a:ext cx="1097280" cy="173736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r>
              <a:rPr lang="en-US" sz="600" spc="0" baseline="0">
                <a:solidFill>
                  <a:schemeClr val="tx1"/>
                </a:solidFill>
              </a:rPr>
              <a:t>Trade Secret &amp; Strictly Confidential 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3AEB97B-C36B-4F75-9E8B-4048429ED308}"/>
              </a:ext>
            </a:extLst>
          </p:cNvPr>
          <p:cNvCxnSpPr>
            <a:cxnSpLocks/>
          </p:cNvCxnSpPr>
          <p:nvPr userDrawn="1"/>
        </p:nvCxnSpPr>
        <p:spPr>
          <a:xfrm>
            <a:off x="266700" y="624560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Overland-Advantage-logo">
            <a:extLst>
              <a:ext uri="{FF2B5EF4-FFF2-40B4-BE49-F238E27FC236}">
                <a16:creationId xmlns:a16="http://schemas.microsoft.com/office/drawing/2014/main" id="{B8AAA8B7-6CE8-8E45-9EBC-35DEBE981E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422" y="6650292"/>
            <a:ext cx="928351" cy="170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0302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1" r:id="rId2"/>
    <p:sldLayoutId id="2147483658" r:id="rId3"/>
    <p:sldLayoutId id="2147483659" r:id="rId4"/>
    <p:sldLayoutId id="2147483650" r:id="rId5"/>
    <p:sldLayoutId id="2147483675" r:id="rId6"/>
    <p:sldLayoutId id="2147483660" r:id="rId7"/>
    <p:sldLayoutId id="2147483661" r:id="rId8"/>
    <p:sldLayoutId id="2147483662" r:id="rId9"/>
    <p:sldLayoutId id="2147483674" r:id="rId10"/>
    <p:sldLayoutId id="2147483676" r:id="rId11"/>
    <p:sldLayoutId id="2147483663" r:id="rId12"/>
    <p:sldLayoutId id="2147483672" r:id="rId13"/>
    <p:sldLayoutId id="2147483664" r:id="rId14"/>
    <p:sldLayoutId id="2147483673" r:id="rId15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600"/>
        </a:spcBef>
        <a:buFont typeface="Arial" panose="020B0604020202020204" pitchFamily="34" charset="0"/>
        <a:buNone/>
        <a:defRPr sz="14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0000"/>
        </a:lnSpc>
        <a:spcBef>
          <a:spcPts val="600"/>
        </a:spcBef>
        <a:buFont typeface="Wingdings" panose="05000000000000000000" pitchFamily="2" charset="2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" indent="-114300" algn="l" defTabSz="914400" rtl="0" eaLnBrk="1" latinLnBrk="0" hangingPunct="1">
        <a:lnSpc>
          <a:spcPct val="120000"/>
        </a:lnSpc>
        <a:spcBef>
          <a:spcPts val="200"/>
        </a:spcBef>
        <a:buClr>
          <a:schemeClr val="accent1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227013" indent="-112713" algn="l" defTabSz="914400" rtl="0" eaLnBrk="1" latinLnBrk="0" hangingPunct="1">
        <a:lnSpc>
          <a:spcPct val="120000"/>
        </a:lnSpc>
        <a:spcBef>
          <a:spcPts val="0"/>
        </a:spcBef>
        <a:buClr>
          <a:schemeClr val="accent1"/>
        </a:buClr>
        <a:buFont typeface="Symbol" panose="05050102010706020507" pitchFamily="18" charset="2"/>
        <a:buChar char="-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341313" indent="-114300" algn="l" defTabSz="914400" rtl="0" eaLnBrk="1" latinLnBrk="0" hangingPunct="1">
        <a:lnSpc>
          <a:spcPct val="120000"/>
        </a:lnSpc>
        <a:spcBef>
          <a:spcPts val="0"/>
        </a:spcBef>
        <a:buClr>
          <a:schemeClr val="accent1"/>
        </a:buClr>
        <a:buFont typeface="Symbol" panose="05050102010706020507" pitchFamily="18" charset="2"/>
        <a:buChar char="-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168" userDrawn="1">
          <p15:clr>
            <a:srgbClr val="F26B43"/>
          </p15:clr>
        </p15:guide>
        <p15:guide id="4" pos="559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0090D-5C3F-4D39-D9E6-B245766A7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Investment Committee Summary – [Company Name]</a:t>
            </a: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05878C8A-26A7-E0DF-AA06-390DECF622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4255990"/>
              </p:ext>
            </p:extLst>
          </p:nvPr>
        </p:nvGraphicFramePr>
        <p:xfrm>
          <a:off x="266700" y="1651791"/>
          <a:ext cx="8601074" cy="3230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4075745153"/>
                    </a:ext>
                  </a:extLst>
                </a:gridCol>
                <a:gridCol w="3729037">
                  <a:extLst>
                    <a:ext uri="{9D8B030D-6E8A-4147-A177-3AD203B41FA5}">
                      <a16:colId xmlns:a16="http://schemas.microsoft.com/office/drawing/2014/main" val="679541879"/>
                    </a:ext>
                  </a:extLst>
                </a:gridCol>
                <a:gridCol w="3729037">
                  <a:extLst>
                    <a:ext uri="{9D8B030D-6E8A-4147-A177-3AD203B41FA5}">
                      <a16:colId xmlns:a16="http://schemas.microsoft.com/office/drawing/2014/main" val="378546398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r>
                        <a:rPr lang="en-US" sz="800" b="1">
                          <a:latin typeface="+mn-lt"/>
                        </a:rPr>
                        <a:t>Terms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>
                          <a:latin typeface="+mn-lt"/>
                        </a:rPr>
                        <a:t>Deal Team Recommendation 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Committee Approval / Recommended Changes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186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b="1">
                          <a:latin typeface="+mn-lt"/>
                        </a:rPr>
                        <a:t>Amount &amp; Facility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880" indent="-182880" algn="just" defTabSz="914400" rtl="0" eaLnBrk="1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$[X]MM 1L Facilities comprised of the following:</a:t>
                      </a:r>
                    </a:p>
                    <a:p>
                      <a:pPr marL="365760" lvl="1" indent="-182880" algn="just" defTabSz="914400" rtl="0" eaLnBrk="1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[ABL / Priority] RCF: $[X]MM</a:t>
                      </a:r>
                    </a:p>
                    <a:p>
                      <a:pPr marL="365760" lvl="1" indent="-182880" algn="just" defTabSz="914400" rtl="0" eaLnBrk="1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1L TLB: $[X]MM</a:t>
                      </a:r>
                    </a:p>
                    <a:p>
                      <a:pPr marL="365760" marR="0" lvl="1" indent="-18288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1L DDTL: $[X]MM (together w/ the 1L TLB, the “Term Loan Facilities”)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marR="0" lvl="0" indent="-18288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[Declined as recommended]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0085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b="1">
                          <a:latin typeface="+mn-lt"/>
                        </a:rPr>
                        <a:t>Commitment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880" indent="-182880" algn="just" defTabSz="914400" rtl="0" eaLnBrk="1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$[X]MM (i.e., [X]% of the Term Loan Facilities[, pro rata]):</a:t>
                      </a:r>
                    </a:p>
                    <a:p>
                      <a:pPr marL="365760" lvl="1" indent="-182880" algn="just" defTabSz="914400" rtl="0" eaLnBrk="1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1L TLB: $[X]MM</a:t>
                      </a:r>
                    </a:p>
                    <a:p>
                      <a:pPr marL="365760" lvl="1" indent="-182880" algn="just" defTabSz="914400" rtl="0" eaLnBrk="1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1L DDTL: $[X]MM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marR="0" lvl="0" indent="-18288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[Declined as recommended]</a:t>
                      </a:r>
                      <a:endParaRPr lang="en-US" sz="8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9396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b="1">
                          <a:latin typeface="+mn-lt"/>
                        </a:rPr>
                        <a:t>Maturity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880" indent="-182880" algn="jus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>
                          <a:latin typeface="+mn-lt"/>
                        </a:rPr>
                        <a:t>[5] years (1L DDTL [24]-month availability period)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marR="0" lvl="0" indent="-18288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[Declined as recommended]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7979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b="1">
                          <a:latin typeface="+mn-lt"/>
                        </a:rPr>
                        <a:t>Call Pro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880" indent="-182880" algn="jus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>
                          <a:latin typeface="+mn-lt"/>
                        </a:rPr>
                        <a:t>[102 / 101] HC (c/o’s for [X])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marR="0" lvl="0" indent="-18288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[Declined as recommended]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377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b="1">
                          <a:latin typeface="+mn-lt"/>
                        </a:rPr>
                        <a:t>Coupon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880" indent="-182880" algn="jus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[ABL / Priority] </a:t>
                      </a:r>
                      <a:r>
                        <a:rPr lang="en-US" sz="800" b="0">
                          <a:latin typeface="+mn-lt"/>
                        </a:rPr>
                        <a:t>RCF: S + [X] ([X]% Floor)</a:t>
                      </a:r>
                    </a:p>
                    <a:p>
                      <a:pPr marL="182880" indent="-182880" algn="jus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>
                          <a:latin typeface="+mn-lt"/>
                        </a:rPr>
                        <a:t>1L Term Loan Facilities: S + [X]([X]% Floor) ([No Pricing Grid])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marR="0" lvl="0" indent="-18288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[Declined as recommended]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169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b="1">
                          <a:latin typeface="+mn-lt"/>
                        </a:rPr>
                        <a:t>Amortization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880" indent="-182880" algn="jus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>
                          <a:latin typeface="+mn-lt"/>
                        </a:rPr>
                        <a:t>[1.00]% p.a.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marR="0" lvl="0" indent="-18288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[Declined as recommended]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0957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b="1">
                          <a:latin typeface="+mn-lt"/>
                        </a:rPr>
                        <a:t>Fees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880" indent="-182880" algn="jus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[ABL / Priority] </a:t>
                      </a:r>
                      <a:r>
                        <a:rPr lang="en-US" sz="800" b="0">
                          <a:latin typeface="+mn-lt"/>
                        </a:rPr>
                        <a:t>RCF: [1.00]% upfront fee</a:t>
                      </a:r>
                    </a:p>
                    <a:p>
                      <a:pPr marL="182880" indent="-182880" algn="jus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>
                          <a:latin typeface="+mn-lt"/>
                        </a:rPr>
                        <a:t>1L Term Loan Facilities: [1.00]% ([100]% upfront)</a:t>
                      </a:r>
                    </a:p>
                    <a:p>
                      <a:pPr marL="182880" indent="-182880" algn="jus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>
                          <a:latin typeface="+mn-lt"/>
                        </a:rPr>
                        <a:t>Admin Agent Fee: $[100]k p.a.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marR="0" lvl="0" indent="-18288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[Declined as recommended]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828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b="1">
                          <a:latin typeface="+mn-lt"/>
                        </a:rPr>
                        <a:t>DDTL Gov.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880" indent="-182880" algn="jus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>
                          <a:latin typeface="+mn-lt"/>
                        </a:rPr>
                        <a:t>[X.XX]x TNL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marR="0" lvl="0" indent="-18288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[Declined as recommended]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069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b="1">
                          <a:latin typeface="+mn-lt"/>
                        </a:rPr>
                        <a:t>Financial Covenants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880" indent="-182880" algn="just" defTabSz="914400" rtl="0" eaLnBrk="1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>
                          <a:latin typeface="+mn-lt"/>
                        </a:rPr>
                        <a:t>[X.XX]x </a:t>
                      </a:r>
                      <a:r>
                        <a:rPr lang="en-US" sz="8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TNL Covenant</a:t>
                      </a:r>
                    </a:p>
                    <a:p>
                      <a:pPr marL="182880" indent="-182880" algn="just" defTabSz="914400" rtl="0" eaLnBrk="1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>
                          <a:latin typeface="+mn-lt"/>
                        </a:rPr>
                        <a:t>[X.XX]x </a:t>
                      </a:r>
                      <a:r>
                        <a:rPr lang="en-US" sz="8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FCCR Covenant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marR="0" lvl="0" indent="-18288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[Declined as recommended]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985540"/>
                  </a:ext>
                </a:extLst>
              </a:tr>
            </a:tbl>
          </a:graphicData>
        </a:graphic>
      </p:graphicFrame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9EA1D125-3D9E-524A-E6E6-C2E718A8DF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0613640"/>
              </p:ext>
            </p:extLst>
          </p:nvPr>
        </p:nvGraphicFramePr>
        <p:xfrm>
          <a:off x="266700" y="718907"/>
          <a:ext cx="8587101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5673">
                  <a:extLst>
                    <a:ext uri="{9D8B030D-6E8A-4147-A177-3AD203B41FA5}">
                      <a16:colId xmlns:a16="http://schemas.microsoft.com/office/drawing/2014/main" val="4075745153"/>
                    </a:ext>
                  </a:extLst>
                </a:gridCol>
                <a:gridCol w="2984075">
                  <a:extLst>
                    <a:ext uri="{9D8B030D-6E8A-4147-A177-3AD203B41FA5}">
                      <a16:colId xmlns:a16="http://schemas.microsoft.com/office/drawing/2014/main" val="679541879"/>
                    </a:ext>
                  </a:extLst>
                </a:gridCol>
                <a:gridCol w="1196632">
                  <a:extLst>
                    <a:ext uri="{9D8B030D-6E8A-4147-A177-3AD203B41FA5}">
                      <a16:colId xmlns:a16="http://schemas.microsoft.com/office/drawing/2014/main" val="3165933777"/>
                    </a:ext>
                  </a:extLst>
                </a:gridCol>
                <a:gridCol w="3260721">
                  <a:extLst>
                    <a:ext uri="{9D8B030D-6E8A-4147-A177-3AD203B41FA5}">
                      <a16:colId xmlns:a16="http://schemas.microsoft.com/office/drawing/2014/main" val="3192235807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r>
                        <a:rPr lang="en-US" sz="800" b="1">
                          <a:latin typeface="+mn-lt"/>
                        </a:rPr>
                        <a:t>Company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8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[Company Name] (the “Company”)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800" b="1" i="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Leverage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8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[LTM Period]: [X.XX]x TNL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1867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Meeting Date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800" b="0">
                          <a:latin typeface="+mn-lt"/>
                        </a:rPr>
                        <a:t>[Month Day, Year]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800" b="1" i="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Approval / Next Steps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 algn="just">
                        <a:spcAft>
                          <a:spcPts val="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800" b="0">
                          <a:latin typeface="+mn-lt"/>
                        </a:rPr>
                        <a:t>[X]. </a:t>
                      </a:r>
                    </a:p>
                    <a:p>
                      <a:pPr marL="0" indent="0" algn="just">
                        <a:spcAft>
                          <a:spcPts val="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800" b="0">
                          <a:latin typeface="+mn-lt"/>
                        </a:rPr>
                        <a:t>Next steps include [X]. 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008595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Meeting Type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800" b="0" i="0" u="none">
                          <a:latin typeface="+mn-lt"/>
                        </a:rPr>
                        <a:t>[Screening (Initial)]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900" b="0" i="0" u="none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0179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Deal Team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8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[First Initial Last Name]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900" b="1" kern="1200">
                        <a:solidFill>
                          <a:schemeClr val="lt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9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669963"/>
                  </a:ext>
                </a:extLst>
              </a:tr>
            </a:tbl>
          </a:graphicData>
        </a:graphic>
      </p:graphicFrame>
      <p:graphicFrame>
        <p:nvGraphicFramePr>
          <p:cNvPr id="14" name="Table 5">
            <a:extLst>
              <a:ext uri="{FF2B5EF4-FFF2-40B4-BE49-F238E27FC236}">
                <a16:creationId xmlns:a16="http://schemas.microsoft.com/office/drawing/2014/main" id="{B582538A-C9EE-79A9-A17B-D7B10B6A8D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0404417"/>
              </p:ext>
            </p:extLst>
          </p:nvPr>
        </p:nvGraphicFramePr>
        <p:xfrm>
          <a:off x="266699" y="4962115"/>
          <a:ext cx="8587102" cy="14750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1">
                  <a:extLst>
                    <a:ext uri="{9D8B030D-6E8A-4147-A177-3AD203B41FA5}">
                      <a16:colId xmlns:a16="http://schemas.microsoft.com/office/drawing/2014/main" val="4075745153"/>
                    </a:ext>
                  </a:extLst>
                </a:gridCol>
                <a:gridCol w="7444101">
                  <a:extLst>
                    <a:ext uri="{9D8B030D-6E8A-4147-A177-3AD203B41FA5}">
                      <a16:colId xmlns:a16="http://schemas.microsoft.com/office/drawing/2014/main" val="679541879"/>
                    </a:ext>
                  </a:extLst>
                </a:gridCol>
              </a:tblGrid>
              <a:tr h="1475099">
                <a:tc>
                  <a:txBody>
                    <a:bodyPr/>
                    <a:lstStyle/>
                    <a:p>
                      <a:r>
                        <a:rPr lang="en-US" sz="800" b="1">
                          <a:latin typeface="+mj-lt"/>
                        </a:rPr>
                        <a:t>Other Notes / Diligence Focus Areas 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Aft>
                          <a:spcPts val="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800" b="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Key credit considerations / focus areas discussed included the following:</a:t>
                      </a:r>
                    </a:p>
                    <a:p>
                      <a:pPr marL="182880" indent="-182880" algn="l" defTabSz="914400" rtl="0" eaLnBrk="1" latinLnBrk="0" hangingPunct="1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u="none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[X]</a:t>
                      </a:r>
                    </a:p>
                    <a:p>
                      <a:pPr marL="182880" indent="-182880" algn="l" defTabSz="914400" rtl="0" eaLnBrk="1" latinLnBrk="0" hangingPunct="1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u="none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[X]</a:t>
                      </a:r>
                    </a:p>
                    <a:p>
                      <a:pPr marL="182880" indent="-182880" algn="l" defTabSz="914400" rtl="0" eaLnBrk="1" latinLnBrk="0" hangingPunct="1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u="none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[X]</a:t>
                      </a:r>
                    </a:p>
                    <a:p>
                      <a:pPr marL="182880" indent="-182880" algn="l" defTabSz="914400" rtl="0" eaLnBrk="1" latinLnBrk="0" hangingPunct="1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u="none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[X]</a:t>
                      </a:r>
                    </a:p>
                    <a:p>
                      <a:pPr marL="182880" indent="-182880" algn="l" defTabSz="914400" rtl="0" eaLnBrk="1" latinLnBrk="0" hangingPunct="1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u="none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[X]</a:t>
                      </a:r>
                    </a:p>
                    <a:p>
                      <a:pPr marL="182880" indent="-182880" algn="l" defTabSz="914400" rtl="0" eaLnBrk="1" latinLnBrk="0" hangingPunct="1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u="none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Other key diligence focus areas highlighted in the Posting Memo:</a:t>
                      </a:r>
                    </a:p>
                    <a:p>
                      <a:pPr marL="365760" lvl="1" indent="-182880" algn="l" defTabSz="914400" rtl="0" eaLnBrk="1" latinLnBrk="0" hangingPunct="1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u="none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[X]</a:t>
                      </a:r>
                      <a:endParaRPr lang="en-US" sz="8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18671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75D9F24-2C95-F2FF-76E7-487576626EE9}"/>
              </a:ext>
            </a:extLst>
          </p:cNvPr>
          <p:cNvSpPr txBox="1"/>
          <p:nvPr/>
        </p:nvSpPr>
        <p:spPr>
          <a:xfrm>
            <a:off x="266699" y="6437214"/>
            <a:ext cx="8595360" cy="129266"/>
          </a:xfrm>
          <a:prstGeom prst="rect">
            <a:avLst/>
          </a:prstGeom>
          <a:noFill/>
        </p:spPr>
        <p:txBody>
          <a:bodyPr wrap="square" lIns="18288" tIns="18288" rIns="18288" bIns="18288" rtlCol="0">
            <a:spAutoFit/>
          </a:bodyPr>
          <a:lstStyle/>
          <a:p>
            <a:pPr algn="just"/>
            <a:r>
              <a:rPr lang="en-US" sz="600"/>
              <a:t>(1) Deal Team Recommendation reflects [X].</a:t>
            </a:r>
          </a:p>
        </p:txBody>
      </p:sp>
    </p:spTree>
    <p:extLst>
      <p:ext uri="{BB962C8B-B14F-4D97-AF65-F5344CB8AC3E}">
        <p14:creationId xmlns:p14="http://schemas.microsoft.com/office/powerpoint/2010/main" val="25329822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Office Theme">
  <a:themeElements>
    <a:clrScheme name="Custom 40">
      <a:dk1>
        <a:srgbClr val="2E3035"/>
      </a:dk1>
      <a:lt1>
        <a:srgbClr val="FFFFFF"/>
      </a:lt1>
      <a:dk2>
        <a:srgbClr val="00453F"/>
      </a:dk2>
      <a:lt2>
        <a:srgbClr val="F3F3F3"/>
      </a:lt2>
      <a:accent1>
        <a:srgbClr val="49839F"/>
      </a:accent1>
      <a:accent2>
        <a:srgbClr val="1C4A68"/>
      </a:accent2>
      <a:accent3>
        <a:srgbClr val="C5D097"/>
      </a:accent3>
      <a:accent4>
        <a:srgbClr val="328F85"/>
      </a:accent4>
      <a:accent5>
        <a:srgbClr val="9098A4"/>
      </a:accent5>
      <a:accent6>
        <a:srgbClr val="5D616C"/>
      </a:accent6>
      <a:hlink>
        <a:srgbClr val="49839F"/>
      </a:hlink>
      <a:folHlink>
        <a:srgbClr val="328F8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algn="l">
          <a:defRPr b="1" dirty="0"/>
        </a:defPPr>
      </a:lstStyle>
    </a:spDef>
    <a:lnDef>
      <a:spPr>
        <a:ln w="12700">
          <a:solidFill>
            <a:schemeClr val="accent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VariableListDefinition name="AD_HOC" displayName="AD_HOC" id="5b081e2d-0a29-4fd0-8b5d-7e1007bd40f7" isdomainofvalue="False" dataSourceId="28268d32-7ab9-4e56-bca5-863b13df86db"/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1b9aa5fa-7ccd-4c4d-b6ea-49f0e9d88742">
      <UserInfo>
        <DisplayName>Burger, Timothy</DisplayName>
        <AccountId>11</AccountId>
        <AccountType/>
      </UserInfo>
      <UserInfo>
        <DisplayName>Bissinger, Brian</DisplayName>
        <AccountId>6</AccountId>
        <AccountType/>
      </UserInfo>
      <UserInfo>
        <DisplayName>Greenwald, Calli</DisplayName>
        <AccountId>58</AccountId>
        <AccountType/>
      </UserInfo>
      <UserInfo>
        <DisplayName>Echeverry, Sandra</DisplayName>
        <AccountId>57</AccountId>
        <AccountType/>
      </UserInfo>
      <UserInfo>
        <DisplayName>Cantu, Angela</DisplayName>
        <AccountId>71</AccountId>
        <AccountType/>
      </UserInfo>
    </SharedWithUsers>
  </documentManagement>
</p:properties>
</file>

<file path=customXml/item4.xml><?xml version="1.0" encoding="utf-8"?>
<VariableList UniqueId="5b081e2d-0a29-4fd0-8b5d-7e1007bd40f7" Name="AD_HOC" ContentType="XML" MajorVersion="0" MinorVersion="1" isLocalCopy="False" IsBaseObject="False" DataSourceId="28268d32-7ab9-4e56-bca5-863b13df86db" DataSourceMajorVersion="0" DataSourceMinorVersion="1"/>
</file>

<file path=customXml/item5.xml><?xml version="1.0" encoding="utf-8"?>
<VariableList UniqueId="607aa278-a8d9-44fb-8b6e-43d21e47a673" Name="Computed" ContentType="XML" MajorVersion="0" MinorVersion="1" isLocalCopy="False" IsBaseObject="False" DataSourceId="2f4ce2b8-e7c2-47f1-92e3-97922ec0ceb1" DataSourceMajorVersion="0" DataSourceMinorVersion="1"/>
</file>

<file path=customXml/item6.xml><?xml version="1.0" encoding="utf-8"?>
<AllExternalAdhocVariableMappings/>
</file>

<file path=customXml/item7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5adca3f6-50e5-45d3-816d-7d8e2e1aafa3">
      <UserInfo>
        <DisplayName>Burger, Timothy</DisplayName>
        <AccountId>11</AccountId>
        <AccountType/>
      </UserInfo>
      <UserInfo>
        <DisplayName>Bissinger, Brian</DisplayName>
        <AccountId>6</AccountId>
        <AccountType/>
      </UserInfo>
      <UserInfo>
        <DisplayName>Greenwald, Calli</DisplayName>
        <AccountId>58</AccountId>
        <AccountType/>
      </UserInfo>
      <UserInfo>
        <DisplayName>Echeverry, Sandra</DisplayName>
        <AccountId>57</AccountId>
        <AccountType/>
      </UserInfo>
    </SharedWithUsers>
    <BBGID xmlns="dc6d7f3b-2388-4907-95e9-67fe6707918b" xsi:nil="true"/>
    <Analyst xmlns="dc6d7f3b-2388-4907-95e9-67fe6707918b">
      <UserInfo>
        <DisplayName/>
        <AccountId xsi:nil="true"/>
        <AccountType/>
      </UserInfo>
    </Analyst>
    <OtherName xmlns="dc6d7f3b-2388-4907-95e9-67fe6707918b" xsi:nil="true"/>
    <TaxCatchAll xmlns="5adca3f6-50e5-45d3-816d-7d8e2e1aafa3" xsi:nil="true"/>
    <lcf76f155ced4ddcb4097134ff3c332f xmlns="dc6d7f3b-2388-4907-95e9-67fe6707918b">
      <Terms xmlns="http://schemas.microsoft.com/office/infopath/2007/PartnerControls"/>
    </lcf76f155ced4ddcb4097134ff3c332f>
    <LoanXID xmlns="dc6d7f3b-2388-4907-95e9-67fe6707918b" xsi:nil="true"/>
  </documentManagement>
</p:properties>
</file>

<file path=customXml/item8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1b9aa5fa-7ccd-4c4d-b6ea-49f0e9d88742">
      <UserInfo>
        <DisplayName>Burger, Timothy</DisplayName>
        <AccountId>11</AccountId>
        <AccountType/>
      </UserInfo>
      <UserInfo>
        <DisplayName>Bissinger, Brian</DisplayName>
        <AccountId>6</AccountId>
        <AccountType/>
      </UserInfo>
      <UserInfo>
        <DisplayName>Greenwald, Calli</DisplayName>
        <AccountId>58</AccountId>
        <AccountType/>
      </UserInfo>
      <UserInfo>
        <DisplayName>Echeverry, Sandra</DisplayName>
        <AccountId>57</AccountId>
        <AccountType/>
      </UserInfo>
    </SharedWithUsers>
  </documentManagement>
</p:properties>
</file>

<file path=customXml/item9.xml><?xml version="1.0" encoding="utf-8"?>
<VariableList UniqueId="09932d24-95e1-4233-aba1-6fc6e0d24e40" Name="System" ContentType="XML" MajorVersion="0" MinorVersion="1" isLocalCopy="False" IsBaseObject="False" DataSourceId="d83ec10e-e539-404f-a742-b8f452904f26" DataSourceMajorVersion="0" DataSourceMinorVersion="1"/>
</file>

<file path=customXml/item10.xml><?xml version="1.0" encoding="utf-8"?>
<VariableListDefinition name="Computed" displayName="Computed" id="607aa278-a8d9-44fb-8b6e-43d21e47a673" isdomainofvalue="False" dataSourceId="2f4ce2b8-e7c2-47f1-92e3-97922ec0ceb1"/>
</file>

<file path=customXml/item11.xml><?xml version="1.0" encoding="utf-8"?>
<VariableListDefinition name="System" displayName="System" id="09932d24-95e1-4233-aba1-6fc6e0d24e40" isdomainofvalue="False" dataSourceId="d83ec10e-e539-404f-a742-b8f452904f26"/>
</file>

<file path=customXml/item1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D5D7B6EDD6B944996098F92CD81FE4" ma:contentTypeVersion="19" ma:contentTypeDescription="Create a new document." ma:contentTypeScope="" ma:versionID="841ebe45a083ffa7270dd5f003936ad7">
  <xsd:schema xmlns:xsd="http://www.w3.org/2001/XMLSchema" xmlns:xs="http://www.w3.org/2001/XMLSchema" xmlns:p="http://schemas.microsoft.com/office/2006/metadata/properties" xmlns:ns2="dc6d7f3b-2388-4907-95e9-67fe6707918b" xmlns:ns3="5adca3f6-50e5-45d3-816d-7d8e2e1aafa3" targetNamespace="http://schemas.microsoft.com/office/2006/metadata/properties" ma:root="true" ma:fieldsID="2203c323c46c822c428ea5860e61b1b1" ns2:_="" ns3:_="">
    <xsd:import namespace="dc6d7f3b-2388-4907-95e9-67fe6707918b"/>
    <xsd:import namespace="5adca3f6-50e5-45d3-816d-7d8e2e1aaf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LoanXID" minOccurs="0"/>
                <xsd:element ref="ns2:BBGID" minOccurs="0"/>
                <xsd:element ref="ns2:OtherName" minOccurs="0"/>
                <xsd:element ref="ns2:Analyst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6d7f3b-2388-4907-95e9-67fe670791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oanXID" ma:index="14" nillable="true" ma:displayName="LoanXID" ma:format="Dropdown" ma:internalName="LoanXID">
      <xsd:simpleType>
        <xsd:restriction base="dms:Text">
          <xsd:maxLength value="255"/>
        </xsd:restriction>
      </xsd:simpleType>
    </xsd:element>
    <xsd:element name="BBGID" ma:index="15" nillable="true" ma:displayName="BBG ID" ma:format="Dropdown" ma:internalName="BBGID">
      <xsd:simpleType>
        <xsd:restriction base="dms:Text">
          <xsd:maxLength value="255"/>
        </xsd:restriction>
      </xsd:simpleType>
    </xsd:element>
    <xsd:element name="OtherName" ma:index="16" nillable="true" ma:displayName="Other Name" ma:format="Dropdown" ma:internalName="OtherName">
      <xsd:simpleType>
        <xsd:restriction base="dms:Text">
          <xsd:maxLength value="255"/>
        </xsd:restriction>
      </xsd:simpleType>
    </xsd:element>
    <xsd:element name="Analyst" ma:index="17" nillable="true" ma:displayName="Analyst" ma:format="Dropdown" ma:list="UserInfo" ma:SharePointGroup="0" ma:internalName="Analyst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179f4741-edd0-46e2-ac4d-1126041b5b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dca3f6-50e5-45d3-816d-7d8e2e1aafa3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746f4493-59bb-4c92-aa70-2de8333e7a5a}" ma:internalName="TaxCatchAll" ma:showField="CatchAllData" ma:web="5adca3f6-50e5-45d3-816d-7d8e2e1aafa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1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1b9aa5fa-7ccd-4c4d-b6ea-49f0e9d88742">
      <UserInfo>
        <DisplayName>Burger, Timothy</DisplayName>
        <AccountId>11</AccountId>
        <AccountType/>
      </UserInfo>
      <UserInfo>
        <DisplayName>Bissinger, Brian</DisplayName>
        <AccountId>6</AccountId>
        <AccountType/>
      </UserInfo>
      <UserInfo>
        <DisplayName>Greenwald, Calli</DisplayName>
        <AccountId>58</AccountId>
        <AccountType/>
      </UserInfo>
      <UserInfo>
        <DisplayName>Echeverry, Sandra</DisplayName>
        <AccountId>57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CF9B0D0A-F1F6-4578-8744-D6DBF4B5426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8352F2F-A9A2-4276-8610-7F424FF29B5A}">
  <ds:schemaRefs/>
</ds:datastoreItem>
</file>

<file path=customXml/itemProps3.xml><?xml version="1.0" encoding="utf-8"?>
<ds:datastoreItem xmlns:ds="http://schemas.openxmlformats.org/officeDocument/2006/customXml" ds:itemID="{346B7E40-5FAA-4EB3-9E56-5778ABEE800E}">
  <ds:schemaRefs>
    <ds:schemaRef ds:uri="1b9aa5fa-7ccd-4c4d-b6ea-49f0e9d88742"/>
    <ds:schemaRef ds:uri="76fbaa85-8e9f-4a4b-8b47-35503b0a142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0C3B6072-C82E-4C2D-BD95-3CCC35DE6B8A}">
  <ds:schemaRefs/>
</ds:datastoreItem>
</file>

<file path=customXml/itemProps5.xml><?xml version="1.0" encoding="utf-8"?>
<ds:datastoreItem xmlns:ds="http://schemas.openxmlformats.org/officeDocument/2006/customXml" ds:itemID="{CB638BE7-CB93-42E8-94A7-F7872FAE0AE3}">
  <ds:schemaRefs/>
</ds:datastoreItem>
</file>

<file path=customXml/itemProps6.xml><?xml version="1.0" encoding="utf-8"?>
<ds:datastoreItem xmlns:ds="http://schemas.openxmlformats.org/officeDocument/2006/customXml" ds:itemID="{676CA8D7-9718-4819-8DA8-14C13B8120C4}">
  <ds:schemaRefs/>
</ds:datastoreItem>
</file>

<file path=customXml/itemProps7.xml><?xml version="1.0" encoding="utf-8"?>
<ds:datastoreItem xmlns:ds="http://schemas.openxmlformats.org/officeDocument/2006/customXml" ds:itemID="{5798C7EC-E136-498B-B653-5BE1E493C399}">
  <ds:schemaRefs>
    <ds:schemaRef ds:uri="1b9aa5fa-7ccd-4c4d-b6ea-49f0e9d88742"/>
    <ds:schemaRef ds:uri="5adca3f6-50e5-45d3-816d-7d8e2e1aafa3"/>
    <ds:schemaRef ds:uri="76fbaa85-8e9f-4a4b-8b47-35503b0a142b"/>
    <ds:schemaRef ds:uri="dc6d7f3b-2388-4907-95e9-67fe6707918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8.xml><?xml version="1.0" encoding="utf-8"?>
<ds:datastoreItem xmlns:ds="http://schemas.openxmlformats.org/officeDocument/2006/customXml" ds:itemID="{BB3018FC-0E69-4AB6-A2CE-E7E2B26A4976}">
  <ds:schemaRefs>
    <ds:schemaRef ds:uri="1b9aa5fa-7ccd-4c4d-b6ea-49f0e9d88742"/>
    <ds:schemaRef ds:uri="76fbaa85-8e9f-4a4b-8b47-35503b0a142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9.xml><?xml version="1.0" encoding="utf-8"?>
<ds:datastoreItem xmlns:ds="http://schemas.openxmlformats.org/officeDocument/2006/customXml" ds:itemID="{5584BC41-1B4A-43B6-881D-B928C4057364}">
  <ds:schemaRefs/>
</ds:datastoreItem>
</file>

<file path=customXml/itemProps10.xml><?xml version="1.0" encoding="utf-8"?>
<ds:datastoreItem xmlns:ds="http://schemas.openxmlformats.org/officeDocument/2006/customXml" ds:itemID="{A55F5B51-8D72-42EA-AB1C-EB69E9B1DA6F}">
  <ds:schemaRefs/>
</ds:datastoreItem>
</file>

<file path=customXml/itemProps11.xml><?xml version="1.0" encoding="utf-8"?>
<ds:datastoreItem xmlns:ds="http://schemas.openxmlformats.org/officeDocument/2006/customXml" ds:itemID="{FE6FC4C5-8675-435A-A670-D0C12C93E8A3}">
  <ds:schemaRefs/>
</ds:datastoreItem>
</file>

<file path=customXml/itemProps12.xml><?xml version="1.0" encoding="utf-8"?>
<ds:datastoreItem xmlns:ds="http://schemas.openxmlformats.org/officeDocument/2006/customXml" ds:itemID="{91C4E730-C9ED-4A74-8972-C1101C77D2E6}">
  <ds:schemaRefs>
    <ds:schemaRef ds:uri="5adca3f6-50e5-45d3-816d-7d8e2e1aafa3"/>
    <ds:schemaRef ds:uri="dc6d7f3b-2388-4907-95e9-67fe6707918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13.xml><?xml version="1.0" encoding="utf-8"?>
<ds:datastoreItem xmlns:ds="http://schemas.openxmlformats.org/officeDocument/2006/customXml" ds:itemID="{4F2156A1-B6E7-4F44-8263-B6986A709E26}">
  <ds:schemaRefs>
    <ds:schemaRef ds:uri="1b9aa5fa-7ccd-4c4d-b6ea-49f0e9d88742"/>
    <ds:schemaRef ds:uri="76fbaa85-8e9f-4a4b-8b47-35503b0a142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</Words>
  <Application>Microsoft Office PowerPoint</Application>
  <PresentationFormat>On-screen Show (4:3)</PresentationFormat>
  <Paragraphs>63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Symbol</vt:lpstr>
      <vt:lpstr>Wingdings</vt:lpstr>
      <vt:lpstr>Office Theme</vt:lpstr>
      <vt:lpstr>Investment Committee Summary – [Company Name]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Investment Committee Summary – Company Name</dc:title>
  <dc:creator>rgormley@centerbridge.com</dc:creator>
  <cp:lastModifiedBy>Smith, Sarah</cp:lastModifiedBy>
  <cp:revision>1</cp:revision>
  <cp:lastPrinted>2024-10-09T14:49:24Z</cp:lastPrinted>
  <dcterms:created xsi:type="dcterms:W3CDTF">2021-08-24T15:51:29Z</dcterms:created>
  <dcterms:modified xsi:type="dcterms:W3CDTF">2025-09-18T20:06:21Z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0x010100D881238D04E4FD458381C5D439FAE198</vt:lpwstr>
  </property>
</Properties>
</file>