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49"/>
  </p:notesMasterIdLst>
  <p:sldIdLst>
    <p:sldId id="258" r:id="rId6"/>
    <p:sldId id="259" r:id="rId7"/>
    <p:sldId id="311" r:id="rId8"/>
    <p:sldId id="261" r:id="rId9"/>
    <p:sldId id="301" r:id="rId10"/>
    <p:sldId id="302" r:id="rId11"/>
    <p:sldId id="299" r:id="rId12"/>
    <p:sldId id="300" r:id="rId13"/>
    <p:sldId id="312" r:id="rId14"/>
    <p:sldId id="271" r:id="rId15"/>
    <p:sldId id="272" r:id="rId16"/>
    <p:sldId id="273" r:id="rId17"/>
    <p:sldId id="275" r:id="rId18"/>
    <p:sldId id="276" r:id="rId19"/>
    <p:sldId id="277" r:id="rId20"/>
    <p:sldId id="278" r:id="rId21"/>
    <p:sldId id="313" r:id="rId22"/>
    <p:sldId id="280" r:id="rId23"/>
    <p:sldId id="281" r:id="rId24"/>
    <p:sldId id="314" r:id="rId25"/>
    <p:sldId id="284" r:id="rId26"/>
    <p:sldId id="285" r:id="rId27"/>
    <p:sldId id="286" r:id="rId28"/>
    <p:sldId id="288" r:id="rId29"/>
    <p:sldId id="315" r:id="rId30"/>
    <p:sldId id="290" r:id="rId31"/>
    <p:sldId id="291" r:id="rId32"/>
    <p:sldId id="292" r:id="rId33"/>
    <p:sldId id="293" r:id="rId34"/>
    <p:sldId id="294" r:id="rId35"/>
    <p:sldId id="316" r:id="rId36"/>
    <p:sldId id="295" r:id="rId37"/>
    <p:sldId id="317" r:id="rId38"/>
    <p:sldId id="303" r:id="rId39"/>
    <p:sldId id="318" r:id="rId40"/>
    <p:sldId id="298" r:id="rId41"/>
    <p:sldId id="304" r:id="rId42"/>
    <p:sldId id="319" r:id="rId43"/>
    <p:sldId id="320" r:id="rId44"/>
    <p:sldId id="306" r:id="rId45"/>
    <p:sldId id="309" r:id="rId46"/>
    <p:sldId id="321" r:id="rId47"/>
    <p:sldId id="322" r:id="rId48"/>
  </p:sldIdLst>
  <p:sldSz cx="9144000" cy="6858000" type="screen4x3"/>
  <p:notesSz cx="6950075" cy="9236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1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on, Jamie" userId="e0314b8e-8d9a-4dc2-8089-500b97e5e248" providerId="ADAL" clId="{50B23FB9-5DE8-4D36-85B6-4534EE10D461}"/>
    <pc:docChg chg="undo custSel modSld modMainMaster">
      <pc:chgData name="Anderson, Jamie" userId="e0314b8e-8d9a-4dc2-8089-500b97e5e248" providerId="ADAL" clId="{50B23FB9-5DE8-4D36-85B6-4534EE10D461}" dt="2025-04-17T19:27:41.469" v="95" actId="242"/>
      <pc:docMkLst>
        <pc:docMk/>
      </pc:docMkLst>
      <pc:sldChg chg="addSp delSp modSp mod chgLayout">
        <pc:chgData name="Anderson, Jamie" userId="e0314b8e-8d9a-4dc2-8089-500b97e5e248" providerId="ADAL" clId="{50B23FB9-5DE8-4D36-85B6-4534EE10D461}" dt="2025-04-17T19:14:55.433" v="75" actId="6264"/>
        <pc:sldMkLst>
          <pc:docMk/>
          <pc:sldMk cId="3078264406" sldId="258"/>
        </pc:sldMkLst>
        <pc:spChg chg="mod ord">
          <ac:chgData name="Anderson, Jamie" userId="e0314b8e-8d9a-4dc2-8089-500b97e5e248" providerId="ADAL" clId="{50B23FB9-5DE8-4D36-85B6-4534EE10D461}" dt="2025-04-17T19:14:55.433" v="75" actId="6264"/>
          <ac:spMkLst>
            <pc:docMk/>
            <pc:sldMk cId="3078264406" sldId="258"/>
            <ac:spMk id="2" creationId="{EF3206C5-B8D0-5287-FE4B-F5BE1847DE86}"/>
          </ac:spMkLst>
        </pc:spChg>
        <pc:spChg chg="mod ord">
          <ac:chgData name="Anderson, Jamie" userId="e0314b8e-8d9a-4dc2-8089-500b97e5e248" providerId="ADAL" clId="{50B23FB9-5DE8-4D36-85B6-4534EE10D461}" dt="2025-04-17T19:14:55.433" v="75" actId="6264"/>
          <ac:spMkLst>
            <pc:docMk/>
            <pc:sldMk cId="3078264406" sldId="258"/>
            <ac:spMk id="3" creationId="{77DA31CE-4BC0-A33D-2FAF-9B93604EF3E1}"/>
          </ac:spMkLst>
        </pc:spChg>
      </pc:sldChg>
      <pc:sldMasterChg chg="modSldLayout">
        <pc:chgData name="Anderson, Jamie" userId="e0314b8e-8d9a-4dc2-8089-500b97e5e248" providerId="ADAL" clId="{50B23FB9-5DE8-4D36-85B6-4534EE10D461}" dt="2025-04-17T19:27:41.469" v="95" actId="242"/>
        <pc:sldMasterMkLst>
          <pc:docMk/>
          <pc:sldMasterMk cId="3372803918" sldId="2147483660"/>
        </pc:sldMasterMkLst>
        <pc:sldLayoutChg chg="modSp mod">
          <pc:chgData name="Anderson, Jamie" userId="e0314b8e-8d9a-4dc2-8089-500b97e5e248" providerId="ADAL" clId="{50B23FB9-5DE8-4D36-85B6-4534EE10D461}" dt="2025-04-17T19:26:21.007" v="76" actId="242"/>
          <pc:sldLayoutMkLst>
            <pc:docMk/>
            <pc:sldMasterMk cId="3372803918" sldId="2147483660"/>
            <pc:sldLayoutMk cId="634446452" sldId="2147483661"/>
          </pc:sldLayoutMkLst>
          <pc:spChg chg="mod">
            <ac:chgData name="Anderson, Jamie" userId="e0314b8e-8d9a-4dc2-8089-500b97e5e248" providerId="ADAL" clId="{50B23FB9-5DE8-4D36-85B6-4534EE10D461}" dt="2025-04-17T19:26:21.007" v="76" actId="242"/>
            <ac:spMkLst>
              <pc:docMk/>
              <pc:sldMasterMk cId="3372803918" sldId="2147483660"/>
              <pc:sldLayoutMk cId="634446452" sldId="2147483661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7:04.966" v="86" actId="242"/>
          <pc:sldLayoutMkLst>
            <pc:docMk/>
            <pc:sldMasterMk cId="3372803918" sldId="2147483660"/>
            <pc:sldLayoutMk cId="767859450" sldId="2147483663"/>
          </pc:sldLayoutMkLst>
          <pc:spChg chg="mod">
            <ac:chgData name="Anderson, Jamie" userId="e0314b8e-8d9a-4dc2-8089-500b97e5e248" providerId="ADAL" clId="{50B23FB9-5DE8-4D36-85B6-4534EE10D461}" dt="2025-04-17T19:27:04.966" v="86" actId="242"/>
            <ac:spMkLst>
              <pc:docMk/>
              <pc:sldMasterMk cId="3372803918" sldId="2147483660"/>
              <pc:sldLayoutMk cId="767859450" sldId="2147483663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6:43.597" v="81" actId="242"/>
          <pc:sldLayoutMkLst>
            <pc:docMk/>
            <pc:sldMasterMk cId="3372803918" sldId="2147483660"/>
            <pc:sldLayoutMk cId="40607108" sldId="2147483664"/>
          </pc:sldLayoutMkLst>
          <pc:spChg chg="mod">
            <ac:chgData name="Anderson, Jamie" userId="e0314b8e-8d9a-4dc2-8089-500b97e5e248" providerId="ADAL" clId="{50B23FB9-5DE8-4D36-85B6-4534EE10D461}" dt="2025-04-17T19:26:43.597" v="81" actId="242"/>
            <ac:spMkLst>
              <pc:docMk/>
              <pc:sldMasterMk cId="3372803918" sldId="2147483660"/>
              <pc:sldLayoutMk cId="40607108" sldId="2147483664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6:24.870" v="77" actId="242"/>
          <pc:sldLayoutMkLst>
            <pc:docMk/>
            <pc:sldMasterMk cId="3372803918" sldId="2147483660"/>
            <pc:sldLayoutMk cId="3182706140" sldId="2147483666"/>
          </pc:sldLayoutMkLst>
          <pc:spChg chg="mod">
            <ac:chgData name="Anderson, Jamie" userId="e0314b8e-8d9a-4dc2-8089-500b97e5e248" providerId="ADAL" clId="{50B23FB9-5DE8-4D36-85B6-4534EE10D461}" dt="2025-04-17T19:26:24.870" v="77" actId="242"/>
            <ac:spMkLst>
              <pc:docMk/>
              <pc:sldMasterMk cId="3372803918" sldId="2147483660"/>
              <pc:sldLayoutMk cId="3182706140" sldId="2147483666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7:01.318" v="85" actId="242"/>
          <pc:sldLayoutMkLst>
            <pc:docMk/>
            <pc:sldMasterMk cId="3372803918" sldId="2147483660"/>
            <pc:sldLayoutMk cId="2718090023" sldId="2147483667"/>
          </pc:sldLayoutMkLst>
          <pc:spChg chg="mod">
            <ac:chgData name="Anderson, Jamie" userId="e0314b8e-8d9a-4dc2-8089-500b97e5e248" providerId="ADAL" clId="{50B23FB9-5DE8-4D36-85B6-4534EE10D461}" dt="2025-04-17T19:27:01.318" v="85" actId="242"/>
            <ac:spMkLst>
              <pc:docMk/>
              <pc:sldMasterMk cId="3372803918" sldId="2147483660"/>
              <pc:sldLayoutMk cId="2718090023" sldId="2147483667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7:08.340" v="87" actId="242"/>
          <pc:sldLayoutMkLst>
            <pc:docMk/>
            <pc:sldMasterMk cId="3372803918" sldId="2147483660"/>
            <pc:sldLayoutMk cId="1189999061" sldId="2147483668"/>
          </pc:sldLayoutMkLst>
          <pc:spChg chg="mod">
            <ac:chgData name="Anderson, Jamie" userId="e0314b8e-8d9a-4dc2-8089-500b97e5e248" providerId="ADAL" clId="{50B23FB9-5DE8-4D36-85B6-4534EE10D461}" dt="2025-04-17T19:27:08.340" v="87" actId="242"/>
            <ac:spMkLst>
              <pc:docMk/>
              <pc:sldMasterMk cId="3372803918" sldId="2147483660"/>
              <pc:sldLayoutMk cId="1189999061" sldId="2147483668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7:38.213" v="94" actId="242"/>
          <pc:sldLayoutMkLst>
            <pc:docMk/>
            <pc:sldMasterMk cId="3372803918" sldId="2147483660"/>
            <pc:sldLayoutMk cId="1717607420" sldId="2147483671"/>
          </pc:sldLayoutMkLst>
          <pc:spChg chg="mod">
            <ac:chgData name="Anderson, Jamie" userId="e0314b8e-8d9a-4dc2-8089-500b97e5e248" providerId="ADAL" clId="{50B23FB9-5DE8-4D36-85B6-4534EE10D461}" dt="2025-04-17T19:27:38.213" v="94" actId="242"/>
            <ac:spMkLst>
              <pc:docMk/>
              <pc:sldMasterMk cId="3372803918" sldId="2147483660"/>
              <pc:sldLayoutMk cId="1717607420" sldId="2147483671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7:41.469" v="95" actId="242"/>
          <pc:sldLayoutMkLst>
            <pc:docMk/>
            <pc:sldMasterMk cId="3372803918" sldId="2147483660"/>
            <pc:sldLayoutMk cId="2122520914" sldId="2147483672"/>
          </pc:sldLayoutMkLst>
          <pc:spChg chg="mod">
            <ac:chgData name="Anderson, Jamie" userId="e0314b8e-8d9a-4dc2-8089-500b97e5e248" providerId="ADAL" clId="{50B23FB9-5DE8-4D36-85B6-4534EE10D461}" dt="2025-04-17T19:27:41.469" v="95" actId="242"/>
            <ac:spMkLst>
              <pc:docMk/>
              <pc:sldMasterMk cId="3372803918" sldId="2147483660"/>
              <pc:sldLayoutMk cId="2122520914" sldId="2147483672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7:29.406" v="92" actId="242"/>
          <pc:sldLayoutMkLst>
            <pc:docMk/>
            <pc:sldMasterMk cId="3372803918" sldId="2147483660"/>
            <pc:sldLayoutMk cId="3960073693" sldId="2147483673"/>
          </pc:sldLayoutMkLst>
          <pc:spChg chg="mod">
            <ac:chgData name="Anderson, Jamie" userId="e0314b8e-8d9a-4dc2-8089-500b97e5e248" providerId="ADAL" clId="{50B23FB9-5DE8-4D36-85B6-4534EE10D461}" dt="2025-04-17T19:27:29.406" v="92" actId="242"/>
            <ac:spMkLst>
              <pc:docMk/>
              <pc:sldMasterMk cId="3372803918" sldId="2147483660"/>
              <pc:sldLayoutMk cId="3960073693" sldId="2147483673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7:34.221" v="93" actId="242"/>
          <pc:sldLayoutMkLst>
            <pc:docMk/>
            <pc:sldMasterMk cId="3372803918" sldId="2147483660"/>
            <pc:sldLayoutMk cId="608449593" sldId="2147483674"/>
          </pc:sldLayoutMkLst>
          <pc:spChg chg="mod">
            <ac:chgData name="Anderson, Jamie" userId="e0314b8e-8d9a-4dc2-8089-500b97e5e248" providerId="ADAL" clId="{50B23FB9-5DE8-4D36-85B6-4534EE10D461}" dt="2025-04-17T19:27:34.221" v="93" actId="242"/>
            <ac:spMkLst>
              <pc:docMk/>
              <pc:sldMasterMk cId="3372803918" sldId="2147483660"/>
              <pc:sldLayoutMk cId="608449593" sldId="2147483674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6:28.733" v="78" actId="242"/>
          <pc:sldLayoutMkLst>
            <pc:docMk/>
            <pc:sldMasterMk cId="3372803918" sldId="2147483660"/>
            <pc:sldLayoutMk cId="2480977051" sldId="2147483675"/>
          </pc:sldLayoutMkLst>
          <pc:spChg chg="mod">
            <ac:chgData name="Anderson, Jamie" userId="e0314b8e-8d9a-4dc2-8089-500b97e5e248" providerId="ADAL" clId="{50B23FB9-5DE8-4D36-85B6-4534EE10D461}" dt="2025-04-17T19:26:28.733" v="78" actId="242"/>
            <ac:spMkLst>
              <pc:docMk/>
              <pc:sldMasterMk cId="3372803918" sldId="2147483660"/>
              <pc:sldLayoutMk cId="2480977051" sldId="2147483675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6:34.148" v="79" actId="242"/>
          <pc:sldLayoutMkLst>
            <pc:docMk/>
            <pc:sldMasterMk cId="3372803918" sldId="2147483660"/>
            <pc:sldLayoutMk cId="4175754206" sldId="2147483676"/>
          </pc:sldLayoutMkLst>
          <pc:spChg chg="mod">
            <ac:chgData name="Anderson, Jamie" userId="e0314b8e-8d9a-4dc2-8089-500b97e5e248" providerId="ADAL" clId="{50B23FB9-5DE8-4D36-85B6-4534EE10D461}" dt="2025-04-17T19:26:34.148" v="79" actId="242"/>
            <ac:spMkLst>
              <pc:docMk/>
              <pc:sldMasterMk cId="3372803918" sldId="2147483660"/>
              <pc:sldLayoutMk cId="4175754206" sldId="2147483676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7:12.901" v="88" actId="242"/>
          <pc:sldLayoutMkLst>
            <pc:docMk/>
            <pc:sldMasterMk cId="3372803918" sldId="2147483660"/>
            <pc:sldLayoutMk cId="2037695180" sldId="2147483677"/>
          </pc:sldLayoutMkLst>
          <pc:spChg chg="mod">
            <ac:chgData name="Anderson, Jamie" userId="e0314b8e-8d9a-4dc2-8089-500b97e5e248" providerId="ADAL" clId="{50B23FB9-5DE8-4D36-85B6-4534EE10D461}" dt="2025-04-17T19:27:12.901" v="88" actId="242"/>
            <ac:spMkLst>
              <pc:docMk/>
              <pc:sldMasterMk cId="3372803918" sldId="2147483660"/>
              <pc:sldLayoutMk cId="2037695180" sldId="2147483677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7:16.399" v="89" actId="242"/>
          <pc:sldLayoutMkLst>
            <pc:docMk/>
            <pc:sldMasterMk cId="3372803918" sldId="2147483660"/>
            <pc:sldLayoutMk cId="3398100796" sldId="2147483678"/>
          </pc:sldLayoutMkLst>
          <pc:spChg chg="mod">
            <ac:chgData name="Anderson, Jamie" userId="e0314b8e-8d9a-4dc2-8089-500b97e5e248" providerId="ADAL" clId="{50B23FB9-5DE8-4D36-85B6-4534EE10D461}" dt="2025-04-17T19:27:16.399" v="89" actId="242"/>
            <ac:spMkLst>
              <pc:docMk/>
              <pc:sldMasterMk cId="3372803918" sldId="2147483660"/>
              <pc:sldLayoutMk cId="3398100796" sldId="2147483678"/>
              <ac:spMk id="11" creationId="{DD17D4FC-9847-E807-5155-A1A2DB9C6C18}"/>
            </ac:spMkLst>
          </pc:spChg>
        </pc:sldLayoutChg>
        <pc:sldLayoutChg chg="addSp delSp modSp mod">
          <pc:chgData name="Anderson, Jamie" userId="e0314b8e-8d9a-4dc2-8089-500b97e5e248" providerId="ADAL" clId="{50B23FB9-5DE8-4D36-85B6-4534EE10D461}" dt="2025-04-17T19:14:31.257" v="71" actId="1076"/>
          <pc:sldLayoutMkLst>
            <pc:docMk/>
            <pc:sldMasterMk cId="3372803918" sldId="2147483660"/>
            <pc:sldLayoutMk cId="4222150136" sldId="2147483679"/>
          </pc:sldLayoutMkLst>
          <pc:spChg chg="mod">
            <ac:chgData name="Anderson, Jamie" userId="e0314b8e-8d9a-4dc2-8089-500b97e5e248" providerId="ADAL" clId="{50B23FB9-5DE8-4D36-85B6-4534EE10D461}" dt="2025-04-17T19:13:26.983" v="64" actId="555"/>
            <ac:spMkLst>
              <pc:docMk/>
              <pc:sldMasterMk cId="3372803918" sldId="2147483660"/>
              <pc:sldLayoutMk cId="4222150136" sldId="2147483679"/>
              <ac:spMk id="6" creationId="{584C85B7-CBCC-7319-BCCC-8A894DEE7EC5}"/>
            </ac:spMkLst>
          </pc:spChg>
          <pc:spChg chg="mod">
            <ac:chgData name="Anderson, Jamie" userId="e0314b8e-8d9a-4dc2-8089-500b97e5e248" providerId="ADAL" clId="{50B23FB9-5DE8-4D36-85B6-4534EE10D461}" dt="2025-04-17T19:13:45.483" v="67" actId="14100"/>
            <ac:spMkLst>
              <pc:docMk/>
              <pc:sldMasterMk cId="3372803918" sldId="2147483660"/>
              <pc:sldLayoutMk cId="4222150136" sldId="2147483679"/>
              <ac:spMk id="8" creationId="{506AF78C-0E94-9B5F-7278-FE1960E5C21C}"/>
            </ac:spMkLst>
          </pc:spChg>
          <pc:picChg chg="add mod">
            <ac:chgData name="Anderson, Jamie" userId="e0314b8e-8d9a-4dc2-8089-500b97e5e248" providerId="ADAL" clId="{50B23FB9-5DE8-4D36-85B6-4534EE10D461}" dt="2025-04-17T19:14:31.257" v="71" actId="1076"/>
            <ac:picMkLst>
              <pc:docMk/>
              <pc:sldMasterMk cId="3372803918" sldId="2147483660"/>
              <pc:sldLayoutMk cId="4222150136" sldId="2147483679"/>
              <ac:picMk id="3" creationId="{558E592B-D1E3-8829-4809-EE5792139B89}"/>
            </ac:picMkLst>
          </pc:picChg>
        </pc:sldLayoutChg>
        <pc:sldLayoutChg chg="modSp mod">
          <pc:chgData name="Anderson, Jamie" userId="e0314b8e-8d9a-4dc2-8089-500b97e5e248" providerId="ADAL" clId="{50B23FB9-5DE8-4D36-85B6-4534EE10D461}" dt="2025-04-17T19:27:20.999" v="90" actId="242"/>
          <pc:sldLayoutMkLst>
            <pc:docMk/>
            <pc:sldMasterMk cId="3372803918" sldId="2147483660"/>
            <pc:sldLayoutMk cId="991727421" sldId="2147483681"/>
          </pc:sldLayoutMkLst>
          <pc:spChg chg="mod">
            <ac:chgData name="Anderson, Jamie" userId="e0314b8e-8d9a-4dc2-8089-500b97e5e248" providerId="ADAL" clId="{50B23FB9-5DE8-4D36-85B6-4534EE10D461}" dt="2025-04-17T19:27:20.999" v="90" actId="242"/>
            <ac:spMkLst>
              <pc:docMk/>
              <pc:sldMasterMk cId="3372803918" sldId="2147483660"/>
              <pc:sldLayoutMk cId="991727421" sldId="2147483681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7:26.037" v="91" actId="242"/>
          <pc:sldLayoutMkLst>
            <pc:docMk/>
            <pc:sldMasterMk cId="3372803918" sldId="2147483660"/>
            <pc:sldLayoutMk cId="2668759226" sldId="2147483682"/>
          </pc:sldLayoutMkLst>
          <pc:spChg chg="mod">
            <ac:chgData name="Anderson, Jamie" userId="e0314b8e-8d9a-4dc2-8089-500b97e5e248" providerId="ADAL" clId="{50B23FB9-5DE8-4D36-85B6-4534EE10D461}" dt="2025-04-17T19:27:26.037" v="91" actId="242"/>
            <ac:spMkLst>
              <pc:docMk/>
              <pc:sldMasterMk cId="3372803918" sldId="2147483660"/>
              <pc:sldLayoutMk cId="2668759226" sldId="2147483682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6:49.709" v="82" actId="242"/>
          <pc:sldLayoutMkLst>
            <pc:docMk/>
            <pc:sldMasterMk cId="3372803918" sldId="2147483660"/>
            <pc:sldLayoutMk cId="125404242" sldId="2147483683"/>
          </pc:sldLayoutMkLst>
          <pc:spChg chg="mod">
            <ac:chgData name="Anderson, Jamie" userId="e0314b8e-8d9a-4dc2-8089-500b97e5e248" providerId="ADAL" clId="{50B23FB9-5DE8-4D36-85B6-4534EE10D461}" dt="2025-04-17T19:26:49.709" v="82" actId="242"/>
            <ac:spMkLst>
              <pc:docMk/>
              <pc:sldMasterMk cId="3372803918" sldId="2147483660"/>
              <pc:sldLayoutMk cId="125404242" sldId="2147483683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6:53.556" v="83" actId="242"/>
          <pc:sldLayoutMkLst>
            <pc:docMk/>
            <pc:sldMasterMk cId="3372803918" sldId="2147483660"/>
            <pc:sldLayoutMk cId="513068995" sldId="2147483684"/>
          </pc:sldLayoutMkLst>
          <pc:spChg chg="mod">
            <ac:chgData name="Anderson, Jamie" userId="e0314b8e-8d9a-4dc2-8089-500b97e5e248" providerId="ADAL" clId="{50B23FB9-5DE8-4D36-85B6-4534EE10D461}" dt="2025-04-17T19:26:53.556" v="83" actId="242"/>
            <ac:spMkLst>
              <pc:docMk/>
              <pc:sldMasterMk cId="3372803918" sldId="2147483660"/>
              <pc:sldLayoutMk cId="513068995" sldId="2147483684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6:57.302" v="84" actId="242"/>
          <pc:sldLayoutMkLst>
            <pc:docMk/>
            <pc:sldMasterMk cId="3372803918" sldId="2147483660"/>
            <pc:sldLayoutMk cId="3270869721" sldId="2147483685"/>
          </pc:sldLayoutMkLst>
          <pc:spChg chg="mod">
            <ac:chgData name="Anderson, Jamie" userId="e0314b8e-8d9a-4dc2-8089-500b97e5e248" providerId="ADAL" clId="{50B23FB9-5DE8-4D36-85B6-4534EE10D461}" dt="2025-04-17T19:26:57.302" v="84" actId="242"/>
            <ac:spMkLst>
              <pc:docMk/>
              <pc:sldMasterMk cId="3372803918" sldId="2147483660"/>
              <pc:sldLayoutMk cId="3270869721" sldId="2147483685"/>
              <ac:spMk id="11" creationId="{DD17D4FC-9847-E807-5155-A1A2DB9C6C18}"/>
            </ac:spMkLst>
          </pc:spChg>
        </pc:sldLayoutChg>
        <pc:sldLayoutChg chg="modSp mod">
          <pc:chgData name="Anderson, Jamie" userId="e0314b8e-8d9a-4dc2-8089-500b97e5e248" providerId="ADAL" clId="{50B23FB9-5DE8-4D36-85B6-4534EE10D461}" dt="2025-04-17T19:26:38.814" v="80" actId="242"/>
          <pc:sldLayoutMkLst>
            <pc:docMk/>
            <pc:sldMasterMk cId="3372803918" sldId="2147483660"/>
            <pc:sldLayoutMk cId="2727682133" sldId="2147483686"/>
          </pc:sldLayoutMkLst>
          <pc:spChg chg="mod">
            <ac:chgData name="Anderson, Jamie" userId="e0314b8e-8d9a-4dc2-8089-500b97e5e248" providerId="ADAL" clId="{50B23FB9-5DE8-4D36-85B6-4534EE10D461}" dt="2025-04-17T19:26:38.814" v="80" actId="242"/>
            <ac:spMkLst>
              <pc:docMk/>
              <pc:sldMasterMk cId="3372803918" sldId="2147483660"/>
              <pc:sldLayoutMk cId="2727682133" sldId="2147483686"/>
              <ac:spMk id="11" creationId="{DD17D4FC-9847-E807-5155-A1A2DB9C6C18}"/>
            </ac:spMkLst>
          </pc:spChg>
        </pc:sldLayoutChg>
      </pc:sldMasterChg>
    </pc:docChg>
  </pc:docChgLst>
  <pc:docChgLst>
    <pc:chgData name="Anderson, Jamie" userId="e0314b8e-8d9a-4dc2-8089-500b97e5e248" providerId="ADAL" clId="{3DD9CDB7-8149-4E9D-9082-6711DA7F8A1C}"/>
    <pc:docChg chg="undo custSel modSld">
      <pc:chgData name="Anderson, Jamie" userId="e0314b8e-8d9a-4dc2-8089-500b97e5e248" providerId="ADAL" clId="{3DD9CDB7-8149-4E9D-9082-6711DA7F8A1C}" dt="2025-02-26T20:30:10.414" v="1" actId="14734"/>
      <pc:docMkLst>
        <pc:docMk/>
      </pc:docMkLst>
      <pc:sldChg chg="modSp mod">
        <pc:chgData name="Anderson, Jamie" userId="e0314b8e-8d9a-4dc2-8089-500b97e5e248" providerId="ADAL" clId="{3DD9CDB7-8149-4E9D-9082-6711DA7F8A1C}" dt="2025-02-26T20:30:10.414" v="1" actId="14734"/>
        <pc:sldMkLst>
          <pc:docMk/>
          <pc:sldMk cId="3737420582" sldId="302"/>
        </pc:sldMkLst>
        <pc:graphicFrameChg chg="modGraphic">
          <ac:chgData name="Anderson, Jamie" userId="e0314b8e-8d9a-4dc2-8089-500b97e5e248" providerId="ADAL" clId="{3DD9CDB7-8149-4E9D-9082-6711DA7F8A1C}" dt="2025-02-26T20:30:10.414" v="1" actId="14734"/>
          <ac:graphicFrameMkLst>
            <pc:docMk/>
            <pc:sldMk cId="3737420582" sldId="302"/>
            <ac:graphicFrameMk id="8" creationId="{DC2DACE7-8B8D-752A-6F6E-7C0A5057D8BC}"/>
          </ac:graphicFrameMkLst>
        </pc:graphicFrameChg>
      </pc:sldChg>
    </pc:docChg>
  </pc:docChgLst>
  <pc:docChgLst>
    <pc:chgData name="Gormley, Ryan" userId="a4b1fd6b-8886-4b44-93b2-ac6cc0d15444" providerId="ADAL" clId="{D4DF60FC-393B-481F-A34A-1FB82509D1B1}"/>
    <pc:docChg chg="modMainMaster">
      <pc:chgData name="Gormley, Ryan" userId="a4b1fd6b-8886-4b44-93b2-ac6cc0d15444" providerId="ADAL" clId="{D4DF60FC-393B-481F-A34A-1FB82509D1B1}" dt="2025-02-26T01:10:57.732" v="1" actId="478"/>
      <pc:docMkLst>
        <pc:docMk/>
      </pc:docMkLst>
      <pc:sldMasterChg chg="modSldLayout">
        <pc:chgData name="Gormley, Ryan" userId="a4b1fd6b-8886-4b44-93b2-ac6cc0d15444" providerId="ADAL" clId="{D4DF60FC-393B-481F-A34A-1FB82509D1B1}" dt="2025-02-26T01:10:57.732" v="1" actId="478"/>
        <pc:sldMasterMkLst>
          <pc:docMk/>
          <pc:sldMasterMk cId="3372803918" sldId="2147483660"/>
        </pc:sldMasterMkLst>
        <pc:sldLayoutChg chg="addSp delSp modSp">
          <pc:chgData name="Gormley, Ryan" userId="a4b1fd6b-8886-4b44-93b2-ac6cc0d15444" providerId="ADAL" clId="{D4DF60FC-393B-481F-A34A-1FB82509D1B1}" dt="2025-02-26T01:10:57.732" v="1" actId="478"/>
          <pc:sldLayoutMkLst>
            <pc:docMk/>
            <pc:sldMasterMk cId="3372803918" sldId="2147483660"/>
            <pc:sldLayoutMk cId="4222150136" sldId="2147483679"/>
          </pc:sldLayoutMkLst>
        </pc:sldLayoutChg>
      </pc:sldMasterChg>
    </pc:docChg>
  </pc:docChgLst>
  <pc:docChgLst>
    <pc:chgData name="Anderson, Jamie" userId="e0314b8e-8d9a-4dc2-8089-500b97e5e248" providerId="ADAL" clId="{3A4C2536-B4B4-43E6-9EF6-C99DE926E105}"/>
    <pc:docChg chg="undo redo custSel addSld delSld modSld sldOrd modMainMaster modNotesMaster">
      <pc:chgData name="Anderson, Jamie" userId="e0314b8e-8d9a-4dc2-8089-500b97e5e248" providerId="ADAL" clId="{3A4C2536-B4B4-43E6-9EF6-C99DE926E105}" dt="2024-10-29T22:06:35.800" v="4257" actId="20577"/>
      <pc:docMkLst>
        <pc:docMk/>
      </pc:docMkLst>
      <pc:sldChg chg="addSp delSp modSp mod">
        <pc:chgData name="Anderson, Jamie" userId="e0314b8e-8d9a-4dc2-8089-500b97e5e248" providerId="ADAL" clId="{3A4C2536-B4B4-43E6-9EF6-C99DE926E105}" dt="2024-10-29T21:48:57.663" v="4158" actId="207"/>
        <pc:sldMkLst>
          <pc:docMk/>
          <pc:sldMk cId="3287496609" sldId="259"/>
        </pc:sldMkLst>
      </pc:sldChg>
      <pc:sldChg chg="del">
        <pc:chgData name="Anderson, Jamie" userId="e0314b8e-8d9a-4dc2-8089-500b97e5e248" providerId="ADAL" clId="{3A4C2536-B4B4-43E6-9EF6-C99DE926E105}" dt="2024-10-29T21:26:46.969" v="3612" actId="47"/>
        <pc:sldMkLst>
          <pc:docMk/>
          <pc:sldMk cId="206515762" sldId="260"/>
        </pc:sldMkLst>
      </pc:sldChg>
      <pc:sldChg chg="addSp delSp modSp mod">
        <pc:chgData name="Anderson, Jamie" userId="e0314b8e-8d9a-4dc2-8089-500b97e5e248" providerId="ADAL" clId="{3A4C2536-B4B4-43E6-9EF6-C99DE926E105}" dt="2024-10-29T20:15:48.262" v="94" actId="22"/>
        <pc:sldMkLst>
          <pc:docMk/>
          <pc:sldMk cId="1630725095" sldId="261"/>
        </pc:sldMkLst>
      </pc:sldChg>
      <pc:sldChg chg="del">
        <pc:chgData name="Anderson, Jamie" userId="e0314b8e-8d9a-4dc2-8089-500b97e5e248" providerId="ADAL" clId="{3A4C2536-B4B4-43E6-9EF6-C99DE926E105}" dt="2024-10-29T21:29:52.558" v="3675" actId="47"/>
        <pc:sldMkLst>
          <pc:docMk/>
          <pc:sldMk cId="2810215675" sldId="262"/>
        </pc:sldMkLst>
      </pc:sldChg>
      <pc:sldChg chg="del">
        <pc:chgData name="Anderson, Jamie" userId="e0314b8e-8d9a-4dc2-8089-500b97e5e248" providerId="ADAL" clId="{3A4C2536-B4B4-43E6-9EF6-C99DE926E105}" dt="2024-10-29T21:30:25.917" v="3680" actId="47"/>
        <pc:sldMkLst>
          <pc:docMk/>
          <pc:sldMk cId="1966678757" sldId="263"/>
        </pc:sldMkLst>
      </pc:sldChg>
      <pc:sldChg chg="del">
        <pc:chgData name="Anderson, Jamie" userId="e0314b8e-8d9a-4dc2-8089-500b97e5e248" providerId="ADAL" clId="{3A4C2536-B4B4-43E6-9EF6-C99DE926E105}" dt="2024-10-29T21:32:48.175" v="3699" actId="47"/>
        <pc:sldMkLst>
          <pc:docMk/>
          <pc:sldMk cId="1353018472" sldId="264"/>
        </pc:sldMkLst>
      </pc:sldChg>
      <pc:sldChg chg="del">
        <pc:chgData name="Anderson, Jamie" userId="e0314b8e-8d9a-4dc2-8089-500b97e5e248" providerId="ADAL" clId="{3A4C2536-B4B4-43E6-9EF6-C99DE926E105}" dt="2024-10-29T21:33:23.836" v="3709" actId="47"/>
        <pc:sldMkLst>
          <pc:docMk/>
          <pc:sldMk cId="87971609" sldId="265"/>
        </pc:sldMkLst>
      </pc:sldChg>
      <pc:sldChg chg="del">
        <pc:chgData name="Anderson, Jamie" userId="e0314b8e-8d9a-4dc2-8089-500b97e5e248" providerId="ADAL" clId="{3A4C2536-B4B4-43E6-9EF6-C99DE926E105}" dt="2024-10-29T21:33:03.229" v="3704" actId="47"/>
        <pc:sldMkLst>
          <pc:docMk/>
          <pc:sldMk cId="3871055612" sldId="266"/>
        </pc:sldMkLst>
      </pc:sldChg>
      <pc:sldChg chg="del">
        <pc:chgData name="Anderson, Jamie" userId="e0314b8e-8d9a-4dc2-8089-500b97e5e248" providerId="ADAL" clId="{3A4C2536-B4B4-43E6-9EF6-C99DE926E105}" dt="2024-10-29T21:33:39.445" v="3714" actId="47"/>
        <pc:sldMkLst>
          <pc:docMk/>
          <pc:sldMk cId="3905402934" sldId="267"/>
        </pc:sldMkLst>
      </pc:sldChg>
      <pc:sldChg chg="del">
        <pc:chgData name="Anderson, Jamie" userId="e0314b8e-8d9a-4dc2-8089-500b97e5e248" providerId="ADAL" clId="{3A4C2536-B4B4-43E6-9EF6-C99DE926E105}" dt="2024-10-29T21:33:53.101" v="3719" actId="47"/>
        <pc:sldMkLst>
          <pc:docMk/>
          <pc:sldMk cId="3419955661" sldId="268"/>
        </pc:sldMkLst>
      </pc:sldChg>
      <pc:sldChg chg="del">
        <pc:chgData name="Anderson, Jamie" userId="e0314b8e-8d9a-4dc2-8089-500b97e5e248" providerId="ADAL" clId="{3A4C2536-B4B4-43E6-9EF6-C99DE926E105}" dt="2024-10-29T21:34:20.755" v="3724" actId="47"/>
        <pc:sldMkLst>
          <pc:docMk/>
          <pc:sldMk cId="4039496393" sldId="269"/>
        </pc:sldMkLst>
      </pc:sldChg>
      <pc:sldChg chg="modSp mod">
        <pc:chgData name="Anderson, Jamie" userId="e0314b8e-8d9a-4dc2-8089-500b97e5e248" providerId="ADAL" clId="{3A4C2536-B4B4-43E6-9EF6-C99DE926E105}" dt="2024-10-29T21:50:01.020" v="4170" actId="20577"/>
        <pc:sldMkLst>
          <pc:docMk/>
          <pc:sldMk cId="2130184449" sldId="272"/>
        </pc:sldMkLst>
      </pc:sldChg>
      <pc:sldChg chg="modSp mod">
        <pc:chgData name="Anderson, Jamie" userId="e0314b8e-8d9a-4dc2-8089-500b97e5e248" providerId="ADAL" clId="{3A4C2536-B4B4-43E6-9EF6-C99DE926E105}" dt="2024-10-29T21:50:04.708" v="4172" actId="20577"/>
        <pc:sldMkLst>
          <pc:docMk/>
          <pc:sldMk cId="1356772370" sldId="273"/>
        </pc:sldMkLst>
      </pc:sldChg>
      <pc:sldChg chg="modSp mod">
        <pc:chgData name="Anderson, Jamie" userId="e0314b8e-8d9a-4dc2-8089-500b97e5e248" providerId="ADAL" clId="{3A4C2536-B4B4-43E6-9EF6-C99DE926E105}" dt="2024-10-29T21:50:07.931" v="4174" actId="20577"/>
        <pc:sldMkLst>
          <pc:docMk/>
          <pc:sldMk cId="1305074332" sldId="275"/>
        </pc:sldMkLst>
      </pc:sldChg>
      <pc:sldChg chg="modSp mod">
        <pc:chgData name="Anderson, Jamie" userId="e0314b8e-8d9a-4dc2-8089-500b97e5e248" providerId="ADAL" clId="{3A4C2536-B4B4-43E6-9EF6-C99DE926E105}" dt="2024-10-29T21:50:11.051" v="4176" actId="20577"/>
        <pc:sldMkLst>
          <pc:docMk/>
          <pc:sldMk cId="1622452336" sldId="276"/>
        </pc:sldMkLst>
      </pc:sldChg>
      <pc:sldChg chg="modSp mod">
        <pc:chgData name="Anderson, Jamie" userId="e0314b8e-8d9a-4dc2-8089-500b97e5e248" providerId="ADAL" clId="{3A4C2536-B4B4-43E6-9EF6-C99DE926E105}" dt="2024-10-29T21:50:14.173" v="4178" actId="20577"/>
        <pc:sldMkLst>
          <pc:docMk/>
          <pc:sldMk cId="907149956" sldId="277"/>
        </pc:sldMkLst>
      </pc:sldChg>
      <pc:sldChg chg="modSp mod">
        <pc:chgData name="Anderson, Jamie" userId="e0314b8e-8d9a-4dc2-8089-500b97e5e248" providerId="ADAL" clId="{3A4C2536-B4B4-43E6-9EF6-C99DE926E105}" dt="2024-10-29T21:50:17.221" v="4180" actId="20577"/>
        <pc:sldMkLst>
          <pc:docMk/>
          <pc:sldMk cId="2292505303" sldId="278"/>
        </pc:sldMkLst>
      </pc:sldChg>
      <pc:sldChg chg="del">
        <pc:chgData name="Anderson, Jamie" userId="e0314b8e-8d9a-4dc2-8089-500b97e5e248" providerId="ADAL" clId="{3A4C2536-B4B4-43E6-9EF6-C99DE926E105}" dt="2024-10-29T20:34:48.702" v="1758" actId="47"/>
        <pc:sldMkLst>
          <pc:docMk/>
          <pc:sldMk cId="3917352588" sldId="279"/>
        </pc:sldMkLst>
      </pc:sldChg>
      <pc:sldChg chg="modSp mod">
        <pc:chgData name="Anderson, Jamie" userId="e0314b8e-8d9a-4dc2-8089-500b97e5e248" providerId="ADAL" clId="{3A4C2536-B4B4-43E6-9EF6-C99DE926E105}" dt="2024-10-29T21:50:24.459" v="4182" actId="20577"/>
        <pc:sldMkLst>
          <pc:docMk/>
          <pc:sldMk cId="908967157" sldId="284"/>
        </pc:sldMkLst>
      </pc:sldChg>
      <pc:sldChg chg="modSp mod">
        <pc:chgData name="Anderson, Jamie" userId="e0314b8e-8d9a-4dc2-8089-500b97e5e248" providerId="ADAL" clId="{3A4C2536-B4B4-43E6-9EF6-C99DE926E105}" dt="2024-10-29T21:50:27.891" v="4184" actId="20577"/>
        <pc:sldMkLst>
          <pc:docMk/>
          <pc:sldMk cId="1166327667" sldId="285"/>
        </pc:sldMkLst>
      </pc:sldChg>
      <pc:sldChg chg="modSp mod">
        <pc:chgData name="Anderson, Jamie" userId="e0314b8e-8d9a-4dc2-8089-500b97e5e248" providerId="ADAL" clId="{3A4C2536-B4B4-43E6-9EF6-C99DE926E105}" dt="2024-10-29T21:50:30.795" v="4186" actId="20577"/>
        <pc:sldMkLst>
          <pc:docMk/>
          <pc:sldMk cId="761969323" sldId="286"/>
        </pc:sldMkLst>
      </pc:sldChg>
      <pc:sldChg chg="modSp mod">
        <pc:chgData name="Anderson, Jamie" userId="e0314b8e-8d9a-4dc2-8089-500b97e5e248" providerId="ADAL" clId="{3A4C2536-B4B4-43E6-9EF6-C99DE926E105}" dt="2024-10-29T21:50:48.067" v="4188" actId="20577"/>
        <pc:sldMkLst>
          <pc:docMk/>
          <pc:sldMk cId="2589003932" sldId="290"/>
        </pc:sldMkLst>
      </pc:sldChg>
      <pc:sldChg chg="modSp mod">
        <pc:chgData name="Anderson, Jamie" userId="e0314b8e-8d9a-4dc2-8089-500b97e5e248" providerId="ADAL" clId="{3A4C2536-B4B4-43E6-9EF6-C99DE926E105}" dt="2024-10-29T21:50:54.562" v="4190" actId="20577"/>
        <pc:sldMkLst>
          <pc:docMk/>
          <pc:sldMk cId="995667201" sldId="291"/>
        </pc:sldMkLst>
      </pc:sldChg>
      <pc:sldChg chg="modSp mod">
        <pc:chgData name="Anderson, Jamie" userId="e0314b8e-8d9a-4dc2-8089-500b97e5e248" providerId="ADAL" clId="{3A4C2536-B4B4-43E6-9EF6-C99DE926E105}" dt="2024-10-29T21:50:57.682" v="4192" actId="20577"/>
        <pc:sldMkLst>
          <pc:docMk/>
          <pc:sldMk cId="1785101215" sldId="292"/>
        </pc:sldMkLst>
      </pc:sldChg>
      <pc:sldChg chg="modSp mod">
        <pc:chgData name="Anderson, Jamie" userId="e0314b8e-8d9a-4dc2-8089-500b97e5e248" providerId="ADAL" clId="{3A4C2536-B4B4-43E6-9EF6-C99DE926E105}" dt="2024-10-29T21:51:00.465" v="4194" actId="20577"/>
        <pc:sldMkLst>
          <pc:docMk/>
          <pc:sldMk cId="4060998079" sldId="293"/>
        </pc:sldMkLst>
      </pc:sldChg>
      <pc:sldChg chg="modSp mod">
        <pc:chgData name="Anderson, Jamie" userId="e0314b8e-8d9a-4dc2-8089-500b97e5e248" providerId="ADAL" clId="{3A4C2536-B4B4-43E6-9EF6-C99DE926E105}" dt="2024-10-29T21:51:04.290" v="4196" actId="20577"/>
        <pc:sldMkLst>
          <pc:docMk/>
          <pc:sldMk cId="2027640250" sldId="294"/>
        </pc:sldMkLst>
      </pc:sldChg>
      <pc:sldChg chg="modSp mod">
        <pc:chgData name="Anderson, Jamie" userId="e0314b8e-8d9a-4dc2-8089-500b97e5e248" providerId="ADAL" clId="{3A4C2536-B4B4-43E6-9EF6-C99DE926E105}" dt="2024-10-29T22:06:35.800" v="4257" actId="20577"/>
        <pc:sldMkLst>
          <pc:docMk/>
          <pc:sldMk cId="1915519295" sldId="295"/>
        </pc:sldMkLst>
      </pc:sldChg>
      <pc:sldChg chg="del">
        <pc:chgData name="Anderson, Jamie" userId="e0314b8e-8d9a-4dc2-8089-500b97e5e248" providerId="ADAL" clId="{3A4C2536-B4B4-43E6-9EF6-C99DE926E105}" dt="2024-10-29T20:58:09.263" v="3256" actId="47"/>
        <pc:sldMkLst>
          <pc:docMk/>
          <pc:sldMk cId="2531105393" sldId="296"/>
        </pc:sldMkLst>
      </pc:sldChg>
      <pc:sldChg chg="modSp mod">
        <pc:chgData name="Anderson, Jamie" userId="e0314b8e-8d9a-4dc2-8089-500b97e5e248" providerId="ADAL" clId="{3A4C2536-B4B4-43E6-9EF6-C99DE926E105}" dt="2024-10-29T20:12:35.782" v="32" actId="20577"/>
        <pc:sldMkLst>
          <pc:docMk/>
          <pc:sldMk cId="1274309875" sldId="298"/>
        </pc:sldMkLst>
      </pc:sldChg>
      <pc:sldChg chg="modSp add mod ord">
        <pc:chgData name="Anderson, Jamie" userId="e0314b8e-8d9a-4dc2-8089-500b97e5e248" providerId="ADAL" clId="{3A4C2536-B4B4-43E6-9EF6-C99DE926E105}" dt="2024-10-29T20:39:40.047" v="1985" actId="6549"/>
        <pc:sldMkLst>
          <pc:docMk/>
          <pc:sldMk cId="1788291262" sldId="299"/>
        </pc:sldMkLst>
      </pc:sldChg>
      <pc:sldChg chg="modSp add mod">
        <pc:chgData name="Anderson, Jamie" userId="e0314b8e-8d9a-4dc2-8089-500b97e5e248" providerId="ADAL" clId="{3A4C2536-B4B4-43E6-9EF6-C99DE926E105}" dt="2024-10-29T21:52:38.477" v="4234"/>
        <pc:sldMkLst>
          <pc:docMk/>
          <pc:sldMk cId="2654203082" sldId="300"/>
        </pc:sldMkLst>
      </pc:sldChg>
      <pc:sldChg chg="modSp new mod">
        <pc:chgData name="Anderson, Jamie" userId="e0314b8e-8d9a-4dc2-8089-500b97e5e248" providerId="ADAL" clId="{3A4C2536-B4B4-43E6-9EF6-C99DE926E105}" dt="2024-10-29T21:49:49.259" v="4167" actId="20577"/>
        <pc:sldMkLst>
          <pc:docMk/>
          <pc:sldMk cId="440826598" sldId="301"/>
        </pc:sldMkLst>
      </pc:sldChg>
      <pc:sldChg chg="addSp delSp modSp new mod">
        <pc:chgData name="Anderson, Jamie" userId="e0314b8e-8d9a-4dc2-8089-500b97e5e248" providerId="ADAL" clId="{3A4C2536-B4B4-43E6-9EF6-C99DE926E105}" dt="2024-10-29T21:49:54.730" v="4168"/>
        <pc:sldMkLst>
          <pc:docMk/>
          <pc:sldMk cId="3737420582" sldId="302"/>
        </pc:sldMkLst>
      </pc:sldChg>
      <pc:sldChg chg="addSp delSp modSp new mod">
        <pc:chgData name="Anderson, Jamie" userId="e0314b8e-8d9a-4dc2-8089-500b97e5e248" providerId="ADAL" clId="{3A4C2536-B4B4-43E6-9EF6-C99DE926E105}" dt="2024-10-29T21:51:13.097" v="4200" actId="20577"/>
        <pc:sldMkLst>
          <pc:docMk/>
          <pc:sldMk cId="1536947416" sldId="303"/>
        </pc:sldMkLst>
      </pc:sldChg>
      <pc:sldChg chg="modSp new mod ord">
        <pc:chgData name="Anderson, Jamie" userId="e0314b8e-8d9a-4dc2-8089-500b97e5e248" providerId="ADAL" clId="{3A4C2536-B4B4-43E6-9EF6-C99DE926E105}" dt="2024-10-29T21:07:22.102" v="3407" actId="3064"/>
        <pc:sldMkLst>
          <pc:docMk/>
          <pc:sldMk cId="1979208246" sldId="304"/>
        </pc:sldMkLst>
      </pc:sldChg>
      <pc:sldChg chg="new del">
        <pc:chgData name="Anderson, Jamie" userId="e0314b8e-8d9a-4dc2-8089-500b97e5e248" providerId="ADAL" clId="{3A4C2536-B4B4-43E6-9EF6-C99DE926E105}" dt="2024-10-29T21:08:13.089" v="3410" actId="47"/>
        <pc:sldMkLst>
          <pc:docMk/>
          <pc:sldMk cId="1252415241" sldId="305"/>
        </pc:sldMkLst>
      </pc:sldChg>
      <pc:sldChg chg="modSp new mod">
        <pc:chgData name="Anderson, Jamie" userId="e0314b8e-8d9a-4dc2-8089-500b97e5e248" providerId="ADAL" clId="{3A4C2536-B4B4-43E6-9EF6-C99DE926E105}" dt="2024-10-29T21:51:22.657" v="4202" actId="20577"/>
        <pc:sldMkLst>
          <pc:docMk/>
          <pc:sldMk cId="2278060220" sldId="306"/>
        </pc:sldMkLst>
      </pc:sldChg>
      <pc:sldChg chg="modSp add del mod">
        <pc:chgData name="Anderson, Jamie" userId="e0314b8e-8d9a-4dc2-8089-500b97e5e248" providerId="ADAL" clId="{3A4C2536-B4B4-43E6-9EF6-C99DE926E105}" dt="2024-10-29T21:10:23.814" v="3567" actId="47"/>
        <pc:sldMkLst>
          <pc:docMk/>
          <pc:sldMk cId="3305886023" sldId="307"/>
        </pc:sldMkLst>
      </pc:sldChg>
      <pc:sldChg chg="new del">
        <pc:chgData name="Anderson, Jamie" userId="e0314b8e-8d9a-4dc2-8089-500b97e5e248" providerId="ADAL" clId="{3A4C2536-B4B4-43E6-9EF6-C99DE926E105}" dt="2024-10-29T21:10:25.037" v="3568" actId="47"/>
        <pc:sldMkLst>
          <pc:docMk/>
          <pc:sldMk cId="2201292222" sldId="308"/>
        </pc:sldMkLst>
      </pc:sldChg>
      <pc:sldChg chg="modSp new mod">
        <pc:chgData name="Anderson, Jamie" userId="e0314b8e-8d9a-4dc2-8089-500b97e5e248" providerId="ADAL" clId="{3A4C2536-B4B4-43E6-9EF6-C99DE926E105}" dt="2024-10-29T21:51:25.834" v="4204" actId="20577"/>
        <pc:sldMkLst>
          <pc:docMk/>
          <pc:sldMk cId="2033381943" sldId="309"/>
        </pc:sldMkLst>
      </pc:sldChg>
      <pc:sldChg chg="modSp new del mod">
        <pc:chgData name="Anderson, Jamie" userId="e0314b8e-8d9a-4dc2-8089-500b97e5e248" providerId="ADAL" clId="{3A4C2536-B4B4-43E6-9EF6-C99DE926E105}" dt="2024-10-29T21:29:41.968" v="3672" actId="47"/>
        <pc:sldMkLst>
          <pc:docMk/>
          <pc:sldMk cId="3712344534" sldId="310"/>
        </pc:sldMkLst>
      </pc:sldChg>
      <pc:sldChg chg="modSp new mod">
        <pc:chgData name="Anderson, Jamie" userId="e0314b8e-8d9a-4dc2-8089-500b97e5e248" providerId="ADAL" clId="{3A4C2536-B4B4-43E6-9EF6-C99DE926E105}" dt="2024-10-29T21:29:36.274" v="3671" actId="20577"/>
        <pc:sldMkLst>
          <pc:docMk/>
          <pc:sldMk cId="1135797784" sldId="311"/>
        </pc:sldMkLst>
      </pc:sldChg>
      <pc:sldChg chg="modSp add mod">
        <pc:chgData name="Anderson, Jamie" userId="e0314b8e-8d9a-4dc2-8089-500b97e5e248" providerId="ADAL" clId="{3A4C2536-B4B4-43E6-9EF6-C99DE926E105}" dt="2024-10-29T21:29:57.993" v="3677" actId="20577"/>
        <pc:sldMkLst>
          <pc:docMk/>
          <pc:sldMk cId="3976629864" sldId="312"/>
        </pc:sldMkLst>
      </pc:sldChg>
      <pc:sldChg chg="modSp add mod">
        <pc:chgData name="Anderson, Jamie" userId="e0314b8e-8d9a-4dc2-8089-500b97e5e248" providerId="ADAL" clId="{3A4C2536-B4B4-43E6-9EF6-C99DE926E105}" dt="2024-10-29T21:32:41.466" v="3696" actId="20577"/>
        <pc:sldMkLst>
          <pc:docMk/>
          <pc:sldMk cId="2470120076" sldId="313"/>
        </pc:sldMkLst>
      </pc:sldChg>
      <pc:sldChg chg="modSp add mod">
        <pc:chgData name="Anderson, Jamie" userId="e0314b8e-8d9a-4dc2-8089-500b97e5e248" providerId="ADAL" clId="{3A4C2536-B4B4-43E6-9EF6-C99DE926E105}" dt="2024-10-29T21:32:46.297" v="3698" actId="20577"/>
        <pc:sldMkLst>
          <pc:docMk/>
          <pc:sldMk cId="3315365057" sldId="314"/>
        </pc:sldMkLst>
      </pc:sldChg>
      <pc:sldChg chg="modSp add mod">
        <pc:chgData name="Anderson, Jamie" userId="e0314b8e-8d9a-4dc2-8089-500b97e5e248" providerId="ADAL" clId="{3A4C2536-B4B4-43E6-9EF6-C99DE926E105}" dt="2024-10-29T21:33:00.169" v="3703" actId="20577"/>
        <pc:sldMkLst>
          <pc:docMk/>
          <pc:sldMk cId="529091041" sldId="315"/>
        </pc:sldMkLst>
      </pc:sldChg>
      <pc:sldChg chg="modSp add mod">
        <pc:chgData name="Anderson, Jamie" userId="e0314b8e-8d9a-4dc2-8089-500b97e5e248" providerId="ADAL" clId="{3A4C2536-B4B4-43E6-9EF6-C99DE926E105}" dt="2024-10-29T21:33:16.536" v="3708" actId="20577"/>
        <pc:sldMkLst>
          <pc:docMk/>
          <pc:sldMk cId="3645582856" sldId="316"/>
        </pc:sldMkLst>
      </pc:sldChg>
      <pc:sldChg chg="modSp add mod">
        <pc:chgData name="Anderson, Jamie" userId="e0314b8e-8d9a-4dc2-8089-500b97e5e248" providerId="ADAL" clId="{3A4C2536-B4B4-43E6-9EF6-C99DE926E105}" dt="2024-10-29T21:33:34.384" v="3713" actId="20577"/>
        <pc:sldMkLst>
          <pc:docMk/>
          <pc:sldMk cId="987397843" sldId="317"/>
        </pc:sldMkLst>
      </pc:sldChg>
      <pc:sldChg chg="modSp add mod">
        <pc:chgData name="Anderson, Jamie" userId="e0314b8e-8d9a-4dc2-8089-500b97e5e248" providerId="ADAL" clId="{3A4C2536-B4B4-43E6-9EF6-C99DE926E105}" dt="2024-10-29T21:33:50.671" v="3718" actId="20577"/>
        <pc:sldMkLst>
          <pc:docMk/>
          <pc:sldMk cId="2425558703" sldId="318"/>
        </pc:sldMkLst>
      </pc:sldChg>
      <pc:sldChg chg="modSp add mod">
        <pc:chgData name="Anderson, Jamie" userId="e0314b8e-8d9a-4dc2-8089-500b97e5e248" providerId="ADAL" clId="{3A4C2536-B4B4-43E6-9EF6-C99DE926E105}" dt="2024-10-29T21:34:06.076" v="3723"/>
        <pc:sldMkLst>
          <pc:docMk/>
          <pc:sldMk cId="4283885574" sldId="319"/>
        </pc:sldMkLst>
      </pc:sldChg>
      <pc:sldChg chg="modSp add mod">
        <pc:chgData name="Anderson, Jamie" userId="e0314b8e-8d9a-4dc2-8089-500b97e5e248" providerId="ADAL" clId="{3A4C2536-B4B4-43E6-9EF6-C99DE926E105}" dt="2024-10-29T21:35:00.084" v="3778" actId="20577"/>
        <pc:sldMkLst>
          <pc:docMk/>
          <pc:sldMk cId="1283161754" sldId="320"/>
        </pc:sldMkLst>
      </pc:sldChg>
      <pc:sldChg chg="addSp delSp modSp add mod chgLayout">
        <pc:chgData name="Anderson, Jamie" userId="e0314b8e-8d9a-4dc2-8089-500b97e5e248" providerId="ADAL" clId="{3A4C2536-B4B4-43E6-9EF6-C99DE926E105}" dt="2024-10-29T21:35:54.658" v="3820" actId="122"/>
        <pc:sldMkLst>
          <pc:docMk/>
          <pc:sldMk cId="51557709" sldId="321"/>
        </pc:sldMkLst>
      </pc:sldChg>
      <pc:sldChg chg="modSp add mod">
        <pc:chgData name="Anderson, Jamie" userId="e0314b8e-8d9a-4dc2-8089-500b97e5e248" providerId="ADAL" clId="{3A4C2536-B4B4-43E6-9EF6-C99DE926E105}" dt="2024-10-29T21:51:37.760" v="4208" actId="20577"/>
        <pc:sldMkLst>
          <pc:docMk/>
          <pc:sldMk cId="3144343173" sldId="322"/>
        </pc:sldMkLst>
      </pc:sldChg>
      <pc:sldMasterChg chg="modSldLayout">
        <pc:chgData name="Anderson, Jamie" userId="e0314b8e-8d9a-4dc2-8089-500b97e5e248" providerId="ADAL" clId="{3A4C2536-B4B4-43E6-9EF6-C99DE926E105}" dt="2024-10-29T21:47:20.098" v="4153" actId="122"/>
        <pc:sldMasterMkLst>
          <pc:docMk/>
          <pc:sldMasterMk cId="3372803918" sldId="2147483660"/>
        </pc:sldMasterMkLst>
        <pc:sldLayoutChg chg="addSp delSp modSp mod">
          <pc:chgData name="Anderson, Jamie" userId="e0314b8e-8d9a-4dc2-8089-500b97e5e248" providerId="ADAL" clId="{3A4C2536-B4B4-43E6-9EF6-C99DE926E105}" dt="2024-10-29T21:47:20.098" v="4153" actId="122"/>
          <pc:sldLayoutMkLst>
            <pc:docMk/>
            <pc:sldMasterMk cId="3372803918" sldId="2147483660"/>
            <pc:sldLayoutMk cId="4131145095" sldId="2147483680"/>
          </pc:sldLayoutMkLst>
        </pc:sldLayoutChg>
        <pc:sldLayoutChg chg="addSp modSp">
          <pc:chgData name="Anderson, Jamie" userId="e0314b8e-8d9a-4dc2-8089-500b97e5e248" providerId="ADAL" clId="{3A4C2536-B4B4-43E6-9EF6-C99DE926E105}" dt="2024-10-29T21:03:22.117" v="3257"/>
          <pc:sldLayoutMkLst>
            <pc:docMk/>
            <pc:sldMasterMk cId="3372803918" sldId="2147483660"/>
            <pc:sldLayoutMk cId="2072711331" sldId="2147483687"/>
          </pc:sldLayoutMkLst>
        </pc:sldLayoutChg>
      </pc:sldMasterChg>
    </pc:docChg>
  </pc:docChgLst>
  <pc:docChgLst>
    <pc:chgData name="Anderson, Jamie" userId="e0314b8e-8d9a-4dc2-8089-500b97e5e248" providerId="ADAL" clId="{C28E643D-A743-504F-8F1E-E9EA2943E0E4}"/>
    <pc:docChg chg="undo custSel modSld sldOrd">
      <pc:chgData name="Anderson, Jamie" userId="e0314b8e-8d9a-4dc2-8089-500b97e5e248" providerId="ADAL" clId="{C28E643D-A743-504F-8F1E-E9EA2943E0E4}" dt="2024-10-31T00:01:42.035" v="5" actId="1076"/>
      <pc:docMkLst>
        <pc:docMk/>
      </pc:docMkLst>
      <pc:sldChg chg="ord">
        <pc:chgData name="Anderson, Jamie" userId="e0314b8e-8d9a-4dc2-8089-500b97e5e248" providerId="ADAL" clId="{C28E643D-A743-504F-8F1E-E9EA2943E0E4}" dt="2024-10-31T00:01:01.415" v="4" actId="1076"/>
        <pc:sldMkLst>
          <pc:docMk/>
          <pc:sldMk cId="1788291262" sldId="299"/>
        </pc:sldMkLst>
      </pc:sldChg>
      <pc:sldChg chg="addSp delSp modSp ord">
        <pc:chgData name="Anderson, Jamie" userId="e0314b8e-8d9a-4dc2-8089-500b97e5e248" providerId="ADAL" clId="{C28E643D-A743-504F-8F1E-E9EA2943E0E4}" dt="2024-10-31T00:01:42.035" v="5" actId="1076"/>
        <pc:sldMkLst>
          <pc:docMk/>
          <pc:sldMk cId="2654203082" sldId="300"/>
        </pc:sldMkLst>
      </pc:sldChg>
      <pc:sldChg chg="ord">
        <pc:chgData name="Anderson, Jamie" userId="e0314b8e-8d9a-4dc2-8089-500b97e5e248" providerId="ADAL" clId="{C28E643D-A743-504F-8F1E-E9EA2943E0E4}" dt="2024-10-30T23:59:16.107" v="2" actId="1076"/>
        <pc:sldMkLst>
          <pc:docMk/>
          <pc:sldMk cId="440826598" sldId="301"/>
        </pc:sldMkLst>
      </pc:sldChg>
      <pc:sldChg chg="ord">
        <pc:chgData name="Anderson, Jamie" userId="e0314b8e-8d9a-4dc2-8089-500b97e5e248" providerId="ADAL" clId="{C28E643D-A743-504F-8F1E-E9EA2943E0E4}" dt="2024-10-30T23:59:25.866" v="3" actId="1076"/>
        <pc:sldMkLst>
          <pc:docMk/>
          <pc:sldMk cId="3737420582" sldId="302"/>
        </pc:sldMkLst>
      </pc:sldChg>
    </pc:docChg>
  </pc:docChgLst>
  <pc:docChgLst>
    <pc:chgData name="Anderson, Jamie" userId="e0314b8e-8d9a-4dc2-8089-500b97e5e248" providerId="ADAL" clId="{444C1F3D-971F-46D6-86E2-B388FFBB7CD4}"/>
    <pc:docChg chg="undo custSel modSld modMainMaster">
      <pc:chgData name="Anderson, Jamie" userId="e0314b8e-8d9a-4dc2-8089-500b97e5e248" providerId="ADAL" clId="{444C1F3D-971F-46D6-86E2-B388FFBB7CD4}" dt="2025-05-15T18:00:55.777" v="41" actId="20577"/>
      <pc:docMkLst>
        <pc:docMk/>
      </pc:docMkLst>
      <pc:sldChg chg="addSp delSp modSp mod chgLayout">
        <pc:chgData name="Anderson, Jamie" userId="e0314b8e-8d9a-4dc2-8089-500b97e5e248" providerId="ADAL" clId="{444C1F3D-971F-46D6-86E2-B388FFBB7CD4}" dt="2025-05-15T17:57:47.633" v="26"/>
        <pc:sldMkLst>
          <pc:docMk/>
          <pc:sldMk cId="2130184449" sldId="272"/>
        </pc:sldMkLst>
        <pc:spChg chg="mod ord">
          <ac:chgData name="Anderson, Jamie" userId="e0314b8e-8d9a-4dc2-8089-500b97e5e248" providerId="ADAL" clId="{444C1F3D-971F-46D6-86E2-B388FFBB7CD4}" dt="2025-05-15T17:57:46.031" v="25" actId="6264"/>
          <ac:spMkLst>
            <pc:docMk/>
            <pc:sldMk cId="2130184449" sldId="272"/>
            <ac:spMk id="2" creationId="{40506DD8-28FD-0201-5FDF-8776BA92EFD5}"/>
          </ac:spMkLst>
        </pc:spChg>
        <pc:spChg chg="mod ord">
          <ac:chgData name="Anderson, Jamie" userId="e0314b8e-8d9a-4dc2-8089-500b97e5e248" providerId="ADAL" clId="{444C1F3D-971F-46D6-86E2-B388FFBB7CD4}" dt="2025-05-15T17:57:46.031" v="25" actId="6264"/>
          <ac:spMkLst>
            <pc:docMk/>
            <pc:sldMk cId="2130184449" sldId="272"/>
            <ac:spMk id="3" creationId="{D9528701-FC4F-C833-0868-7A56FDA081A1}"/>
          </ac:spMkLst>
        </pc:spChg>
        <pc:spChg chg="del mod ord">
          <ac:chgData name="Anderson, Jamie" userId="e0314b8e-8d9a-4dc2-8089-500b97e5e248" providerId="ADAL" clId="{444C1F3D-971F-46D6-86E2-B388FFBB7CD4}" dt="2025-05-15T17:57:44.427" v="24" actId="478"/>
          <ac:spMkLst>
            <pc:docMk/>
            <pc:sldMk cId="2130184449" sldId="272"/>
            <ac:spMk id="5" creationId="{CC9C1E95-A686-1C3E-1543-B65D0B6978BB}"/>
          </ac:spMkLst>
        </pc:spChg>
        <pc:spChg chg="add del">
          <ac:chgData name="Anderson, Jamie" userId="e0314b8e-8d9a-4dc2-8089-500b97e5e248" providerId="ADAL" clId="{444C1F3D-971F-46D6-86E2-B388FFBB7CD4}" dt="2025-05-15T17:57:00.256" v="21" actId="6264"/>
          <ac:spMkLst>
            <pc:docMk/>
            <pc:sldMk cId="2130184449" sldId="272"/>
            <ac:spMk id="6" creationId="{6ADDB3E2-D251-537B-149F-B4ED849244DB}"/>
          </ac:spMkLst>
        </pc:spChg>
        <pc:spChg chg="del">
          <ac:chgData name="Anderson, Jamie" userId="e0314b8e-8d9a-4dc2-8089-500b97e5e248" providerId="ADAL" clId="{444C1F3D-971F-46D6-86E2-B388FFBB7CD4}" dt="2025-05-15T17:57:22.290" v="22" actId="6264"/>
          <ac:spMkLst>
            <pc:docMk/>
            <pc:sldMk cId="2130184449" sldId="272"/>
            <ac:spMk id="7" creationId="{3F4DB6BA-8BF6-F195-2513-06A01322A922}"/>
          </ac:spMkLst>
        </pc:spChg>
        <pc:spChg chg="add del">
          <ac:chgData name="Anderson, Jamie" userId="e0314b8e-8d9a-4dc2-8089-500b97e5e248" providerId="ADAL" clId="{444C1F3D-971F-46D6-86E2-B388FFBB7CD4}" dt="2025-05-15T17:57:22.290" v="22" actId="6264"/>
          <ac:spMkLst>
            <pc:docMk/>
            <pc:sldMk cId="2130184449" sldId="272"/>
            <ac:spMk id="8" creationId="{93C52A66-81CE-B530-A697-DEACF41ED614}"/>
          </ac:spMkLst>
        </pc:spChg>
        <pc:spChg chg="mod ord">
          <ac:chgData name="Anderson, Jamie" userId="e0314b8e-8d9a-4dc2-8089-500b97e5e248" providerId="ADAL" clId="{444C1F3D-971F-46D6-86E2-B388FFBB7CD4}" dt="2025-05-15T17:57:46.031" v="25" actId="6264"/>
          <ac:spMkLst>
            <pc:docMk/>
            <pc:sldMk cId="2130184449" sldId="272"/>
            <ac:spMk id="10" creationId="{009E0A9E-5862-DB25-4E24-EB289950DFD9}"/>
          </ac:spMkLst>
        </pc:spChg>
        <pc:spChg chg="mod ord">
          <ac:chgData name="Anderson, Jamie" userId="e0314b8e-8d9a-4dc2-8089-500b97e5e248" providerId="ADAL" clId="{444C1F3D-971F-46D6-86E2-B388FFBB7CD4}" dt="2025-05-15T17:57:46.031" v="25" actId="6264"/>
          <ac:spMkLst>
            <pc:docMk/>
            <pc:sldMk cId="2130184449" sldId="272"/>
            <ac:spMk id="11" creationId="{573971BE-138A-C151-7CA2-E17C2BCF96CD}"/>
          </ac:spMkLst>
        </pc:spChg>
        <pc:spChg chg="add del mod">
          <ac:chgData name="Anderson, Jamie" userId="e0314b8e-8d9a-4dc2-8089-500b97e5e248" providerId="ADAL" clId="{444C1F3D-971F-46D6-86E2-B388FFBB7CD4}" dt="2025-05-15T17:57:00.256" v="21" actId="6264"/>
          <ac:spMkLst>
            <pc:docMk/>
            <pc:sldMk cId="2130184449" sldId="272"/>
            <ac:spMk id="15" creationId="{8224AEE2-194A-8848-3D76-D57EED3B4A29}"/>
          </ac:spMkLst>
        </pc:spChg>
        <pc:spChg chg="add del mod">
          <ac:chgData name="Anderson, Jamie" userId="e0314b8e-8d9a-4dc2-8089-500b97e5e248" providerId="ADAL" clId="{444C1F3D-971F-46D6-86E2-B388FFBB7CD4}" dt="2025-05-15T17:57:00.256" v="21" actId="6264"/>
          <ac:spMkLst>
            <pc:docMk/>
            <pc:sldMk cId="2130184449" sldId="272"/>
            <ac:spMk id="18" creationId="{E0DE6765-8A5B-C6D8-62C2-90463F4AC41F}"/>
          </ac:spMkLst>
        </pc:spChg>
        <pc:spChg chg="add del mod ord">
          <ac:chgData name="Anderson, Jamie" userId="e0314b8e-8d9a-4dc2-8089-500b97e5e248" providerId="ADAL" clId="{444C1F3D-971F-46D6-86E2-B388FFBB7CD4}" dt="2025-05-15T17:57:00.256" v="21" actId="6264"/>
          <ac:spMkLst>
            <pc:docMk/>
            <pc:sldMk cId="2130184449" sldId="272"/>
            <ac:spMk id="22" creationId="{F6CF04C2-079E-EFEF-64FB-CF500336542F}"/>
          </ac:spMkLst>
        </pc:spChg>
        <pc:spChg chg="add del mod">
          <ac:chgData name="Anderson, Jamie" userId="e0314b8e-8d9a-4dc2-8089-500b97e5e248" providerId="ADAL" clId="{444C1F3D-971F-46D6-86E2-B388FFBB7CD4}" dt="2025-05-15T17:57:22.290" v="22" actId="6264"/>
          <ac:spMkLst>
            <pc:docMk/>
            <pc:sldMk cId="2130184449" sldId="272"/>
            <ac:spMk id="24" creationId="{36118C87-9B6F-17B1-7FB3-5FA25CD24D57}"/>
          </ac:spMkLst>
        </pc:spChg>
        <pc:spChg chg="add del mod">
          <ac:chgData name="Anderson, Jamie" userId="e0314b8e-8d9a-4dc2-8089-500b97e5e248" providerId="ADAL" clId="{444C1F3D-971F-46D6-86E2-B388FFBB7CD4}" dt="2025-05-15T17:57:22.290" v="22" actId="6264"/>
          <ac:spMkLst>
            <pc:docMk/>
            <pc:sldMk cId="2130184449" sldId="272"/>
            <ac:spMk id="26" creationId="{DA502B45-8CA5-7157-21A3-D5BA55C71C6B}"/>
          </ac:spMkLst>
        </pc:spChg>
        <pc:spChg chg="add del mod">
          <ac:chgData name="Anderson, Jamie" userId="e0314b8e-8d9a-4dc2-8089-500b97e5e248" providerId="ADAL" clId="{444C1F3D-971F-46D6-86E2-B388FFBB7CD4}" dt="2025-05-15T17:57:22.290" v="22" actId="6264"/>
          <ac:spMkLst>
            <pc:docMk/>
            <pc:sldMk cId="2130184449" sldId="272"/>
            <ac:spMk id="27" creationId="{45130F22-866F-BCFF-13DA-A25725BF2089}"/>
          </ac:spMkLst>
        </pc:spChg>
        <pc:spChg chg="add del mod">
          <ac:chgData name="Anderson, Jamie" userId="e0314b8e-8d9a-4dc2-8089-500b97e5e248" providerId="ADAL" clId="{444C1F3D-971F-46D6-86E2-B388FFBB7CD4}" dt="2025-05-15T17:57:22.290" v="22" actId="6264"/>
          <ac:spMkLst>
            <pc:docMk/>
            <pc:sldMk cId="2130184449" sldId="272"/>
            <ac:spMk id="28" creationId="{FAF38E13-E3CA-50EB-2128-AE0972621850}"/>
          </ac:spMkLst>
        </pc:spChg>
        <pc:spChg chg="add del mod">
          <ac:chgData name="Anderson, Jamie" userId="e0314b8e-8d9a-4dc2-8089-500b97e5e248" providerId="ADAL" clId="{444C1F3D-971F-46D6-86E2-B388FFBB7CD4}" dt="2025-05-15T17:57:22.290" v="22" actId="6264"/>
          <ac:spMkLst>
            <pc:docMk/>
            <pc:sldMk cId="2130184449" sldId="272"/>
            <ac:spMk id="29" creationId="{BE527EA0-EDF6-7169-26D4-9FF65E554F9F}"/>
          </ac:spMkLst>
        </pc:spChg>
        <pc:spChg chg="add del mod">
          <ac:chgData name="Anderson, Jamie" userId="e0314b8e-8d9a-4dc2-8089-500b97e5e248" providerId="ADAL" clId="{444C1F3D-971F-46D6-86E2-B388FFBB7CD4}" dt="2025-05-15T17:57:22.290" v="22" actId="6264"/>
          <ac:spMkLst>
            <pc:docMk/>
            <pc:sldMk cId="2130184449" sldId="272"/>
            <ac:spMk id="31" creationId="{2602FFA0-9735-3F26-FDB2-BC63B0B7D349}"/>
          </ac:spMkLst>
        </pc:spChg>
        <pc:spChg chg="add mod ord">
          <ac:chgData name="Anderson, Jamie" userId="e0314b8e-8d9a-4dc2-8089-500b97e5e248" providerId="ADAL" clId="{444C1F3D-971F-46D6-86E2-B388FFBB7CD4}" dt="2025-05-15T17:57:22.290" v="22" actId="6264"/>
          <ac:spMkLst>
            <pc:docMk/>
            <pc:sldMk cId="2130184449" sldId="272"/>
            <ac:spMk id="32" creationId="{D701861B-7983-38BD-6B78-87CF8424ECB5}"/>
          </ac:spMkLst>
        </pc:spChg>
        <pc:spChg chg="add mod">
          <ac:chgData name="Anderson, Jamie" userId="e0314b8e-8d9a-4dc2-8089-500b97e5e248" providerId="ADAL" clId="{444C1F3D-971F-46D6-86E2-B388FFBB7CD4}" dt="2025-05-15T17:57:44.427" v="24" actId="478"/>
          <ac:spMkLst>
            <pc:docMk/>
            <pc:sldMk cId="2130184449" sldId="272"/>
            <ac:spMk id="36" creationId="{A3FF486C-D9C6-FC51-2B2B-A07AEE3C1454}"/>
          </ac:spMkLst>
        </pc:spChg>
        <pc:spChg chg="add del mod">
          <ac:chgData name="Anderson, Jamie" userId="e0314b8e-8d9a-4dc2-8089-500b97e5e248" providerId="ADAL" clId="{444C1F3D-971F-46D6-86E2-B388FFBB7CD4}" dt="2025-05-15T17:57:46.031" v="25" actId="6264"/>
          <ac:spMkLst>
            <pc:docMk/>
            <pc:sldMk cId="2130184449" sldId="272"/>
            <ac:spMk id="38" creationId="{1051B5F9-EFC6-F2B2-9232-D4EC087CB648}"/>
          </ac:spMkLst>
        </pc:spChg>
        <pc:spChg chg="add del mod">
          <ac:chgData name="Anderson, Jamie" userId="e0314b8e-8d9a-4dc2-8089-500b97e5e248" providerId="ADAL" clId="{444C1F3D-971F-46D6-86E2-B388FFBB7CD4}" dt="2025-05-15T17:57:46.031" v="25" actId="6264"/>
          <ac:spMkLst>
            <pc:docMk/>
            <pc:sldMk cId="2130184449" sldId="272"/>
            <ac:spMk id="39" creationId="{E4EA203A-E148-7829-B093-EFCAB5C8125C}"/>
          </ac:spMkLst>
        </pc:spChg>
        <pc:spChg chg="add del mod">
          <ac:chgData name="Anderson, Jamie" userId="e0314b8e-8d9a-4dc2-8089-500b97e5e248" providerId="ADAL" clId="{444C1F3D-971F-46D6-86E2-B388FFBB7CD4}" dt="2025-05-15T17:57:46.031" v="25" actId="6264"/>
          <ac:spMkLst>
            <pc:docMk/>
            <pc:sldMk cId="2130184449" sldId="272"/>
            <ac:spMk id="40" creationId="{4DD210AA-E1C8-6157-2F47-CFC8D1A94CC8}"/>
          </ac:spMkLst>
        </pc:spChg>
        <pc:spChg chg="add del mod">
          <ac:chgData name="Anderson, Jamie" userId="e0314b8e-8d9a-4dc2-8089-500b97e5e248" providerId="ADAL" clId="{444C1F3D-971F-46D6-86E2-B388FFBB7CD4}" dt="2025-05-15T17:57:46.031" v="25" actId="6264"/>
          <ac:spMkLst>
            <pc:docMk/>
            <pc:sldMk cId="2130184449" sldId="272"/>
            <ac:spMk id="41" creationId="{594744B0-9305-DFA8-C6F9-BB137CD5EE39}"/>
          </ac:spMkLst>
        </pc:spChg>
        <pc:spChg chg="add mod ord">
          <ac:chgData name="Anderson, Jamie" userId="e0314b8e-8d9a-4dc2-8089-500b97e5e248" providerId="ADAL" clId="{444C1F3D-971F-46D6-86E2-B388FFBB7CD4}" dt="2025-05-15T17:57:47.633" v="26"/>
          <ac:spMkLst>
            <pc:docMk/>
            <pc:sldMk cId="2130184449" sldId="272"/>
            <ac:spMk id="44" creationId="{146242B6-60DA-ADEC-7756-03BAB48CD79B}"/>
          </ac:spMkLst>
        </pc:spChg>
        <pc:spChg chg="add mod ord">
          <ac:chgData name="Anderson, Jamie" userId="e0314b8e-8d9a-4dc2-8089-500b97e5e248" providerId="ADAL" clId="{444C1F3D-971F-46D6-86E2-B388FFBB7CD4}" dt="2025-05-15T17:57:46.031" v="25" actId="6264"/>
          <ac:spMkLst>
            <pc:docMk/>
            <pc:sldMk cId="2130184449" sldId="272"/>
            <ac:spMk id="47" creationId="{2DF70081-6061-AF9C-2C5D-AEF9E4CFD7EC}"/>
          </ac:spMkLst>
        </pc:spChg>
      </pc:sldChg>
      <pc:sldChg chg="addSp delSp modSp mod">
        <pc:chgData name="Anderson, Jamie" userId="e0314b8e-8d9a-4dc2-8089-500b97e5e248" providerId="ADAL" clId="{444C1F3D-971F-46D6-86E2-B388FFBB7CD4}" dt="2025-05-15T17:57:55.710" v="28"/>
        <pc:sldMkLst>
          <pc:docMk/>
          <pc:sldMk cId="1356772370" sldId="273"/>
        </pc:sldMkLst>
        <pc:spChg chg="del">
          <ac:chgData name="Anderson, Jamie" userId="e0314b8e-8d9a-4dc2-8089-500b97e5e248" providerId="ADAL" clId="{444C1F3D-971F-46D6-86E2-B388FFBB7CD4}" dt="2025-05-15T17:57:53.560" v="27" actId="478"/>
          <ac:spMkLst>
            <pc:docMk/>
            <pc:sldMk cId="1356772370" sldId="273"/>
            <ac:spMk id="5" creationId="{CC9C1E95-A686-1C3E-1543-B65D0B6978BB}"/>
          </ac:spMkLst>
        </pc:spChg>
        <pc:spChg chg="add mod">
          <ac:chgData name="Anderson, Jamie" userId="e0314b8e-8d9a-4dc2-8089-500b97e5e248" providerId="ADAL" clId="{444C1F3D-971F-46D6-86E2-B388FFBB7CD4}" dt="2025-05-15T17:57:55.710" v="28"/>
          <ac:spMkLst>
            <pc:docMk/>
            <pc:sldMk cId="1356772370" sldId="273"/>
            <ac:spMk id="14" creationId="{3BCA5D09-9C9C-54CD-A220-587346351D59}"/>
          </ac:spMkLst>
        </pc:spChg>
      </pc:sldChg>
      <pc:sldChg chg="addSp delSp modSp mod">
        <pc:chgData name="Anderson, Jamie" userId="e0314b8e-8d9a-4dc2-8089-500b97e5e248" providerId="ADAL" clId="{444C1F3D-971F-46D6-86E2-B388FFBB7CD4}" dt="2025-05-15T17:58:05.511" v="30"/>
        <pc:sldMkLst>
          <pc:docMk/>
          <pc:sldMk cId="2292505303" sldId="278"/>
        </pc:sldMkLst>
        <pc:spChg chg="del">
          <ac:chgData name="Anderson, Jamie" userId="e0314b8e-8d9a-4dc2-8089-500b97e5e248" providerId="ADAL" clId="{444C1F3D-971F-46D6-86E2-B388FFBB7CD4}" dt="2025-05-15T17:58:03.928" v="29" actId="478"/>
          <ac:spMkLst>
            <pc:docMk/>
            <pc:sldMk cId="2292505303" sldId="278"/>
            <ac:spMk id="5" creationId="{245FA2CD-64DB-040C-441E-05C9F89BA7F1}"/>
          </ac:spMkLst>
        </pc:spChg>
        <pc:spChg chg="add mod">
          <ac:chgData name="Anderson, Jamie" userId="e0314b8e-8d9a-4dc2-8089-500b97e5e248" providerId="ADAL" clId="{444C1F3D-971F-46D6-86E2-B388FFBB7CD4}" dt="2025-05-15T17:58:05.511" v="30"/>
          <ac:spMkLst>
            <pc:docMk/>
            <pc:sldMk cId="2292505303" sldId="278"/>
            <ac:spMk id="14" creationId="{C3F81462-3C48-52D7-0A66-E6FF0EBD82AD}"/>
          </ac:spMkLst>
        </pc:spChg>
      </pc:sldChg>
      <pc:sldChg chg="addSp delSp modSp mod chgLayout">
        <pc:chgData name="Anderson, Jamie" userId="e0314b8e-8d9a-4dc2-8089-500b97e5e248" providerId="ADAL" clId="{444C1F3D-971F-46D6-86E2-B388FFBB7CD4}" dt="2025-05-15T17:58:35.454" v="33"/>
        <pc:sldMkLst>
          <pc:docMk/>
          <pc:sldMk cId="908967157" sldId="284"/>
        </pc:sldMkLst>
        <pc:spChg chg="mod ord">
          <ac:chgData name="Anderson, Jamie" userId="e0314b8e-8d9a-4dc2-8089-500b97e5e248" providerId="ADAL" clId="{444C1F3D-971F-46D6-86E2-B388FFBB7CD4}" dt="2025-05-15T17:58:31.493" v="32" actId="6264"/>
          <ac:spMkLst>
            <pc:docMk/>
            <pc:sldMk cId="908967157" sldId="284"/>
            <ac:spMk id="3" creationId="{CA5A8B21-7B18-462A-2E3E-8ACD1654E9ED}"/>
          </ac:spMkLst>
        </pc:spChg>
        <pc:spChg chg="mod ord">
          <ac:chgData name="Anderson, Jamie" userId="e0314b8e-8d9a-4dc2-8089-500b97e5e248" providerId="ADAL" clId="{444C1F3D-971F-46D6-86E2-B388FFBB7CD4}" dt="2025-05-15T17:58:31.493" v="32" actId="6264"/>
          <ac:spMkLst>
            <pc:docMk/>
            <pc:sldMk cId="908967157" sldId="284"/>
            <ac:spMk id="6" creationId="{721A2011-7443-261A-1331-F1E420F44BF4}"/>
          </ac:spMkLst>
        </pc:spChg>
        <pc:spChg chg="del">
          <ac:chgData name="Anderson, Jamie" userId="e0314b8e-8d9a-4dc2-8089-500b97e5e248" providerId="ADAL" clId="{444C1F3D-971F-46D6-86E2-B388FFBB7CD4}" dt="2025-05-15T17:58:27.592" v="31" actId="478"/>
          <ac:spMkLst>
            <pc:docMk/>
            <pc:sldMk cId="908967157" sldId="284"/>
            <ac:spMk id="7" creationId="{C15FA9E4-EFC8-E1C6-2F1F-C147EB13E91F}"/>
          </ac:spMkLst>
        </pc:spChg>
        <pc:spChg chg="mod ord">
          <ac:chgData name="Anderson, Jamie" userId="e0314b8e-8d9a-4dc2-8089-500b97e5e248" providerId="ADAL" clId="{444C1F3D-971F-46D6-86E2-B388FFBB7CD4}" dt="2025-05-15T17:58:31.493" v="32" actId="6264"/>
          <ac:spMkLst>
            <pc:docMk/>
            <pc:sldMk cId="908967157" sldId="284"/>
            <ac:spMk id="8" creationId="{B423F395-173C-9BE1-EDE0-4E107E5E91FA}"/>
          </ac:spMkLst>
        </pc:spChg>
        <pc:spChg chg="add del mod">
          <ac:chgData name="Anderson, Jamie" userId="e0314b8e-8d9a-4dc2-8089-500b97e5e248" providerId="ADAL" clId="{444C1F3D-971F-46D6-86E2-B388FFBB7CD4}" dt="2025-05-15T17:58:31.493" v="32" actId="6264"/>
          <ac:spMkLst>
            <pc:docMk/>
            <pc:sldMk cId="908967157" sldId="284"/>
            <ac:spMk id="11" creationId="{D29D76A4-B239-7ACB-0EEE-4F0A57E0BB1D}"/>
          </ac:spMkLst>
        </pc:spChg>
        <pc:spChg chg="add del mod">
          <ac:chgData name="Anderson, Jamie" userId="e0314b8e-8d9a-4dc2-8089-500b97e5e248" providerId="ADAL" clId="{444C1F3D-971F-46D6-86E2-B388FFBB7CD4}" dt="2025-05-15T17:58:31.493" v="32" actId="6264"/>
          <ac:spMkLst>
            <pc:docMk/>
            <pc:sldMk cId="908967157" sldId="284"/>
            <ac:spMk id="12" creationId="{635630A0-0679-E93C-3D41-08A129545609}"/>
          </ac:spMkLst>
        </pc:spChg>
        <pc:spChg chg="add del mod">
          <ac:chgData name="Anderson, Jamie" userId="e0314b8e-8d9a-4dc2-8089-500b97e5e248" providerId="ADAL" clId="{444C1F3D-971F-46D6-86E2-B388FFBB7CD4}" dt="2025-05-15T17:58:31.493" v="32" actId="6264"/>
          <ac:spMkLst>
            <pc:docMk/>
            <pc:sldMk cId="908967157" sldId="284"/>
            <ac:spMk id="13" creationId="{32F47E40-1D88-2400-D049-731150EA6CC9}"/>
          </ac:spMkLst>
        </pc:spChg>
        <pc:spChg chg="add del mod">
          <ac:chgData name="Anderson, Jamie" userId="e0314b8e-8d9a-4dc2-8089-500b97e5e248" providerId="ADAL" clId="{444C1F3D-971F-46D6-86E2-B388FFBB7CD4}" dt="2025-05-15T17:58:31.493" v="32" actId="6264"/>
          <ac:spMkLst>
            <pc:docMk/>
            <pc:sldMk cId="908967157" sldId="284"/>
            <ac:spMk id="14" creationId="{1446E15C-AD8E-B33A-F386-D8D0193DA8E1}"/>
          </ac:spMkLst>
        </pc:spChg>
        <pc:spChg chg="add del mod">
          <ac:chgData name="Anderson, Jamie" userId="e0314b8e-8d9a-4dc2-8089-500b97e5e248" providerId="ADAL" clId="{444C1F3D-971F-46D6-86E2-B388FFBB7CD4}" dt="2025-05-15T17:58:31.493" v="32" actId="6264"/>
          <ac:spMkLst>
            <pc:docMk/>
            <pc:sldMk cId="908967157" sldId="284"/>
            <ac:spMk id="15" creationId="{69D16414-E32E-F3A4-7264-395B1045C265}"/>
          </ac:spMkLst>
        </pc:spChg>
        <pc:spChg chg="add mod ord">
          <ac:chgData name="Anderson, Jamie" userId="e0314b8e-8d9a-4dc2-8089-500b97e5e248" providerId="ADAL" clId="{444C1F3D-971F-46D6-86E2-B388FFBB7CD4}" dt="2025-05-15T17:58:31.493" v="32" actId="6264"/>
          <ac:spMkLst>
            <pc:docMk/>
            <pc:sldMk cId="908967157" sldId="284"/>
            <ac:spMk id="18" creationId="{498A1238-7627-0961-446F-66A6AFB45F59}"/>
          </ac:spMkLst>
        </pc:spChg>
        <pc:spChg chg="add mod ord">
          <ac:chgData name="Anderson, Jamie" userId="e0314b8e-8d9a-4dc2-8089-500b97e5e248" providerId="ADAL" clId="{444C1F3D-971F-46D6-86E2-B388FFBB7CD4}" dt="2025-05-15T17:58:35.454" v="33"/>
          <ac:spMkLst>
            <pc:docMk/>
            <pc:sldMk cId="908967157" sldId="284"/>
            <ac:spMk id="19" creationId="{A7C95D43-43C6-7FFE-F362-4C956CD4C2A5}"/>
          </ac:spMkLst>
        </pc:spChg>
      </pc:sldChg>
      <pc:sldChg chg="addSp delSp modSp mod">
        <pc:chgData name="Anderson, Jamie" userId="e0314b8e-8d9a-4dc2-8089-500b97e5e248" providerId="ADAL" clId="{444C1F3D-971F-46D6-86E2-B388FFBB7CD4}" dt="2025-05-15T17:58:58.961" v="35"/>
        <pc:sldMkLst>
          <pc:docMk/>
          <pc:sldMk cId="761969323" sldId="286"/>
        </pc:sldMkLst>
        <pc:spChg chg="del">
          <ac:chgData name="Anderson, Jamie" userId="e0314b8e-8d9a-4dc2-8089-500b97e5e248" providerId="ADAL" clId="{444C1F3D-971F-46D6-86E2-B388FFBB7CD4}" dt="2025-05-15T17:58:57.329" v="34" actId="478"/>
          <ac:spMkLst>
            <pc:docMk/>
            <pc:sldMk cId="761969323" sldId="286"/>
            <ac:spMk id="5" creationId="{D8AB7409-2F17-FE9D-3B8F-73FB42F6890F}"/>
          </ac:spMkLst>
        </pc:spChg>
        <pc:spChg chg="add mod">
          <ac:chgData name="Anderson, Jamie" userId="e0314b8e-8d9a-4dc2-8089-500b97e5e248" providerId="ADAL" clId="{444C1F3D-971F-46D6-86E2-B388FFBB7CD4}" dt="2025-05-15T17:58:58.961" v="35"/>
          <ac:spMkLst>
            <pc:docMk/>
            <pc:sldMk cId="761969323" sldId="286"/>
            <ac:spMk id="12" creationId="{855F7C79-86BF-086A-BFCC-EFE695A81DC9}"/>
          </ac:spMkLst>
        </pc:spChg>
      </pc:sldChg>
      <pc:sldChg chg="addSp delSp modSp mod chgLayout">
        <pc:chgData name="Anderson, Jamie" userId="e0314b8e-8d9a-4dc2-8089-500b97e5e248" providerId="ADAL" clId="{444C1F3D-971F-46D6-86E2-B388FFBB7CD4}" dt="2025-05-15T17:59:11.773" v="38"/>
        <pc:sldMkLst>
          <pc:docMk/>
          <pc:sldMk cId="4016041952" sldId="288"/>
        </pc:sldMkLst>
        <pc:spChg chg="mod ord">
          <ac:chgData name="Anderson, Jamie" userId="e0314b8e-8d9a-4dc2-8089-500b97e5e248" providerId="ADAL" clId="{444C1F3D-971F-46D6-86E2-B388FFBB7CD4}" dt="2025-05-15T17:59:10.510" v="37" actId="6264"/>
          <ac:spMkLst>
            <pc:docMk/>
            <pc:sldMk cId="4016041952" sldId="288"/>
            <ac:spMk id="2" creationId="{587C544C-DFAD-6C2B-7BA5-8F641F3E32C2}"/>
          </ac:spMkLst>
        </pc:spChg>
        <pc:spChg chg="del mod">
          <ac:chgData name="Anderson, Jamie" userId="e0314b8e-8d9a-4dc2-8089-500b97e5e248" providerId="ADAL" clId="{444C1F3D-971F-46D6-86E2-B388FFBB7CD4}" dt="2025-05-15T17:59:10.510" v="37" actId="6264"/>
          <ac:spMkLst>
            <pc:docMk/>
            <pc:sldMk cId="4016041952" sldId="288"/>
            <ac:spMk id="5" creationId="{BC622FFA-3819-6418-55FB-3C379A458E8B}"/>
          </ac:spMkLst>
        </pc:spChg>
        <pc:spChg chg="del">
          <ac:chgData name="Anderson, Jamie" userId="e0314b8e-8d9a-4dc2-8089-500b97e5e248" providerId="ADAL" clId="{444C1F3D-971F-46D6-86E2-B388FFBB7CD4}" dt="2025-05-15T17:59:10.510" v="37" actId="6264"/>
          <ac:spMkLst>
            <pc:docMk/>
            <pc:sldMk cId="4016041952" sldId="288"/>
            <ac:spMk id="7" creationId="{653FBD2F-B6E4-E8CB-884D-991381463E84}"/>
          </ac:spMkLst>
        </pc:spChg>
        <pc:spChg chg="del">
          <ac:chgData name="Anderson, Jamie" userId="e0314b8e-8d9a-4dc2-8089-500b97e5e248" providerId="ADAL" clId="{444C1F3D-971F-46D6-86E2-B388FFBB7CD4}" dt="2025-05-15T17:59:10.510" v="37" actId="6264"/>
          <ac:spMkLst>
            <pc:docMk/>
            <pc:sldMk cId="4016041952" sldId="288"/>
            <ac:spMk id="8" creationId="{8403D7ED-F748-361D-D7F6-5AAC900BD305}"/>
          </ac:spMkLst>
        </pc:spChg>
        <pc:spChg chg="add del mod">
          <ac:chgData name="Anderson, Jamie" userId="e0314b8e-8d9a-4dc2-8089-500b97e5e248" providerId="ADAL" clId="{444C1F3D-971F-46D6-86E2-B388FFBB7CD4}" dt="2025-05-15T17:59:10.510" v="37" actId="6264"/>
          <ac:spMkLst>
            <pc:docMk/>
            <pc:sldMk cId="4016041952" sldId="288"/>
            <ac:spMk id="18" creationId="{ADF6D5F8-D7AE-AE21-E64E-9A95DD4C8AA7}"/>
          </ac:spMkLst>
        </pc:spChg>
        <pc:spChg chg="add del mod">
          <ac:chgData name="Anderson, Jamie" userId="e0314b8e-8d9a-4dc2-8089-500b97e5e248" providerId="ADAL" clId="{444C1F3D-971F-46D6-86E2-B388FFBB7CD4}" dt="2025-05-15T17:59:10.510" v="37" actId="6264"/>
          <ac:spMkLst>
            <pc:docMk/>
            <pc:sldMk cId="4016041952" sldId="288"/>
            <ac:spMk id="20" creationId="{12236FD1-8D85-9E0F-1E01-A59F9DA551FB}"/>
          </ac:spMkLst>
        </pc:spChg>
        <pc:spChg chg="add del mod">
          <ac:chgData name="Anderson, Jamie" userId="e0314b8e-8d9a-4dc2-8089-500b97e5e248" providerId="ADAL" clId="{444C1F3D-971F-46D6-86E2-B388FFBB7CD4}" dt="2025-05-15T17:59:10.510" v="37" actId="6264"/>
          <ac:spMkLst>
            <pc:docMk/>
            <pc:sldMk cId="4016041952" sldId="288"/>
            <ac:spMk id="21" creationId="{1BF1B3EF-9338-4C85-02BB-21667A5EDD7C}"/>
          </ac:spMkLst>
        </pc:spChg>
        <pc:spChg chg="add del mod">
          <ac:chgData name="Anderson, Jamie" userId="e0314b8e-8d9a-4dc2-8089-500b97e5e248" providerId="ADAL" clId="{444C1F3D-971F-46D6-86E2-B388FFBB7CD4}" dt="2025-05-15T17:59:10.510" v="37" actId="6264"/>
          <ac:spMkLst>
            <pc:docMk/>
            <pc:sldMk cId="4016041952" sldId="288"/>
            <ac:spMk id="22" creationId="{B284884F-0CB0-E10E-F511-C65B2E50BB59}"/>
          </ac:spMkLst>
        </pc:spChg>
        <pc:spChg chg="add mod ord">
          <ac:chgData name="Anderson, Jamie" userId="e0314b8e-8d9a-4dc2-8089-500b97e5e248" providerId="ADAL" clId="{444C1F3D-971F-46D6-86E2-B388FFBB7CD4}" dt="2025-05-15T17:59:11.773" v="38"/>
          <ac:spMkLst>
            <pc:docMk/>
            <pc:sldMk cId="4016041952" sldId="288"/>
            <ac:spMk id="23" creationId="{8D61F934-48F1-7ED6-3831-D30142B6A690}"/>
          </ac:spMkLst>
        </pc:spChg>
        <pc:spChg chg="add mod ord">
          <ac:chgData name="Anderson, Jamie" userId="e0314b8e-8d9a-4dc2-8089-500b97e5e248" providerId="ADAL" clId="{444C1F3D-971F-46D6-86E2-B388FFBB7CD4}" dt="2025-05-15T17:59:10.510" v="37" actId="6264"/>
          <ac:spMkLst>
            <pc:docMk/>
            <pc:sldMk cId="4016041952" sldId="288"/>
            <ac:spMk id="25" creationId="{42539F5B-B2A9-BF6E-39EF-9BE30DF007AA}"/>
          </ac:spMkLst>
        </pc:spChg>
      </pc:sldChg>
      <pc:sldChg chg="addSp delSp modSp mod">
        <pc:chgData name="Anderson, Jamie" userId="e0314b8e-8d9a-4dc2-8089-500b97e5e248" providerId="ADAL" clId="{444C1F3D-971F-46D6-86E2-B388FFBB7CD4}" dt="2025-05-15T17:59:32.491" v="40"/>
        <pc:sldMkLst>
          <pc:docMk/>
          <pc:sldMk cId="1915519295" sldId="295"/>
        </pc:sldMkLst>
        <pc:spChg chg="del">
          <ac:chgData name="Anderson, Jamie" userId="e0314b8e-8d9a-4dc2-8089-500b97e5e248" providerId="ADAL" clId="{444C1F3D-971F-46D6-86E2-B388FFBB7CD4}" dt="2025-05-15T17:59:30.680" v="39" actId="478"/>
          <ac:spMkLst>
            <pc:docMk/>
            <pc:sldMk cId="1915519295" sldId="295"/>
            <ac:spMk id="5" creationId="{E9412908-A26C-703A-FF82-BB7B56AD4A78}"/>
          </ac:spMkLst>
        </pc:spChg>
        <pc:spChg chg="add mod">
          <ac:chgData name="Anderson, Jamie" userId="e0314b8e-8d9a-4dc2-8089-500b97e5e248" providerId="ADAL" clId="{444C1F3D-971F-46D6-86E2-B388FFBB7CD4}" dt="2025-05-15T17:59:32.491" v="40"/>
          <ac:spMkLst>
            <pc:docMk/>
            <pc:sldMk cId="1915519295" sldId="295"/>
            <ac:spMk id="12" creationId="{EA899063-9D32-71E1-4975-ECA8A48B305E}"/>
          </ac:spMkLst>
        </pc:spChg>
      </pc:sldChg>
      <pc:sldChg chg="modSp mod">
        <pc:chgData name="Anderson, Jamie" userId="e0314b8e-8d9a-4dc2-8089-500b97e5e248" providerId="ADAL" clId="{444C1F3D-971F-46D6-86E2-B388FFBB7CD4}" dt="2025-05-15T18:00:55.777" v="41" actId="20577"/>
        <pc:sldMkLst>
          <pc:docMk/>
          <pc:sldMk cId="3737420582" sldId="302"/>
        </pc:sldMkLst>
        <pc:spChg chg="mod">
          <ac:chgData name="Anderson, Jamie" userId="e0314b8e-8d9a-4dc2-8089-500b97e5e248" providerId="ADAL" clId="{444C1F3D-971F-46D6-86E2-B388FFBB7CD4}" dt="2025-05-15T18:00:55.777" v="41" actId="20577"/>
          <ac:spMkLst>
            <pc:docMk/>
            <pc:sldMk cId="3737420582" sldId="302"/>
            <ac:spMk id="5" creationId="{693531D6-4A1E-756F-26A5-3DDD44FC1F2F}"/>
          </ac:spMkLst>
        </pc:spChg>
      </pc:sldChg>
      <pc:sldMasterChg chg="modSldLayout">
        <pc:chgData name="Anderson, Jamie" userId="e0314b8e-8d9a-4dc2-8089-500b97e5e248" providerId="ADAL" clId="{444C1F3D-971F-46D6-86E2-B388FFBB7CD4}" dt="2025-05-15T17:56:25.752" v="19" actId="3064"/>
        <pc:sldMasterMkLst>
          <pc:docMk/>
          <pc:sldMasterMk cId="3372803918" sldId="2147483660"/>
        </pc:sldMasterMkLst>
        <pc:sldLayoutChg chg="modSp mod">
          <pc:chgData name="Anderson, Jamie" userId="e0314b8e-8d9a-4dc2-8089-500b97e5e248" providerId="ADAL" clId="{444C1F3D-971F-46D6-86E2-B388FFBB7CD4}" dt="2025-05-15T17:55:19.002" v="16" actId="3064"/>
          <pc:sldLayoutMkLst>
            <pc:docMk/>
            <pc:sldMasterMk cId="3372803918" sldId="2147483660"/>
            <pc:sldLayoutMk cId="2122520914" sldId="2147483672"/>
          </pc:sldLayoutMkLst>
          <pc:spChg chg="mod">
            <ac:chgData name="Anderson, Jamie" userId="e0314b8e-8d9a-4dc2-8089-500b97e5e248" providerId="ADAL" clId="{444C1F3D-971F-46D6-86E2-B388FFBB7CD4}" dt="2025-05-15T17:55:19.002" v="16" actId="3064"/>
            <ac:spMkLst>
              <pc:docMk/>
              <pc:sldMasterMk cId="3372803918" sldId="2147483660"/>
              <pc:sldLayoutMk cId="2122520914" sldId="2147483672"/>
              <ac:spMk id="13" creationId="{0DC4F97A-35A6-2D06-AA6A-DC1D67C5EA27}"/>
            </ac:spMkLst>
          </pc:spChg>
        </pc:sldLayoutChg>
        <pc:sldLayoutChg chg="modSp mod">
          <pc:chgData name="Anderson, Jamie" userId="e0314b8e-8d9a-4dc2-8089-500b97e5e248" providerId="ADAL" clId="{444C1F3D-971F-46D6-86E2-B388FFBB7CD4}" dt="2025-05-15T17:56:25.752" v="19" actId="3064"/>
          <pc:sldLayoutMkLst>
            <pc:docMk/>
            <pc:sldMasterMk cId="3372803918" sldId="2147483660"/>
            <pc:sldLayoutMk cId="2480977051" sldId="2147483675"/>
          </pc:sldLayoutMkLst>
          <pc:spChg chg="mod">
            <ac:chgData name="Anderson, Jamie" userId="e0314b8e-8d9a-4dc2-8089-500b97e5e248" providerId="ADAL" clId="{444C1F3D-971F-46D6-86E2-B388FFBB7CD4}" dt="2025-05-15T17:56:25.752" v="19" actId="3064"/>
            <ac:spMkLst>
              <pc:docMk/>
              <pc:sldMasterMk cId="3372803918" sldId="2147483660"/>
              <pc:sldLayoutMk cId="2480977051" sldId="2147483675"/>
              <ac:spMk id="13" creationId="{0DC4F97A-35A6-2D06-AA6A-DC1D67C5EA27}"/>
            </ac:spMkLst>
          </pc:spChg>
        </pc:sldLayoutChg>
        <pc:sldLayoutChg chg="modSp mod">
          <pc:chgData name="Anderson, Jamie" userId="e0314b8e-8d9a-4dc2-8089-500b97e5e248" providerId="ADAL" clId="{444C1F3D-971F-46D6-86E2-B388FFBB7CD4}" dt="2025-05-15T17:53:49.574" v="3" actId="3064"/>
          <pc:sldLayoutMkLst>
            <pc:docMk/>
            <pc:sldMasterMk cId="3372803918" sldId="2147483660"/>
            <pc:sldLayoutMk cId="4175754206" sldId="2147483676"/>
          </pc:sldLayoutMkLst>
          <pc:spChg chg="mod">
            <ac:chgData name="Anderson, Jamie" userId="e0314b8e-8d9a-4dc2-8089-500b97e5e248" providerId="ADAL" clId="{444C1F3D-971F-46D6-86E2-B388FFBB7CD4}" dt="2025-05-15T17:53:49.574" v="3" actId="3064"/>
            <ac:spMkLst>
              <pc:docMk/>
              <pc:sldMasterMk cId="3372803918" sldId="2147483660"/>
              <pc:sldLayoutMk cId="4175754206" sldId="2147483676"/>
              <ac:spMk id="13" creationId="{0DC4F97A-35A6-2D06-AA6A-DC1D67C5EA27}"/>
            </ac:spMkLst>
          </pc:spChg>
        </pc:sldLayoutChg>
        <pc:sldLayoutChg chg="modSp mod">
          <pc:chgData name="Anderson, Jamie" userId="e0314b8e-8d9a-4dc2-8089-500b97e5e248" providerId="ADAL" clId="{444C1F3D-971F-46D6-86E2-B388FFBB7CD4}" dt="2025-05-15T17:54:33.354" v="8" actId="3064"/>
          <pc:sldLayoutMkLst>
            <pc:docMk/>
            <pc:sldMasterMk cId="3372803918" sldId="2147483660"/>
            <pc:sldLayoutMk cId="2037695180" sldId="2147483677"/>
          </pc:sldLayoutMkLst>
          <pc:spChg chg="mod">
            <ac:chgData name="Anderson, Jamie" userId="e0314b8e-8d9a-4dc2-8089-500b97e5e248" providerId="ADAL" clId="{444C1F3D-971F-46D6-86E2-B388FFBB7CD4}" dt="2025-05-15T17:54:33.354" v="8" actId="3064"/>
            <ac:spMkLst>
              <pc:docMk/>
              <pc:sldMasterMk cId="3372803918" sldId="2147483660"/>
              <pc:sldLayoutMk cId="2037695180" sldId="2147483677"/>
              <ac:spMk id="13" creationId="{0DC4F97A-35A6-2D06-AA6A-DC1D67C5EA27}"/>
            </ac:spMkLst>
          </pc:spChg>
        </pc:sldLayoutChg>
        <pc:sldLayoutChg chg="modSp mod">
          <pc:chgData name="Anderson, Jamie" userId="e0314b8e-8d9a-4dc2-8089-500b97e5e248" providerId="ADAL" clId="{444C1F3D-971F-46D6-86E2-B388FFBB7CD4}" dt="2025-05-15T17:54:45.503" v="10" actId="3064"/>
          <pc:sldLayoutMkLst>
            <pc:docMk/>
            <pc:sldMasterMk cId="3372803918" sldId="2147483660"/>
            <pc:sldLayoutMk cId="3398100796" sldId="2147483678"/>
          </pc:sldLayoutMkLst>
          <pc:spChg chg="mod">
            <ac:chgData name="Anderson, Jamie" userId="e0314b8e-8d9a-4dc2-8089-500b97e5e248" providerId="ADAL" clId="{444C1F3D-971F-46D6-86E2-B388FFBB7CD4}" dt="2025-05-15T17:54:45.503" v="10" actId="3064"/>
            <ac:spMkLst>
              <pc:docMk/>
              <pc:sldMasterMk cId="3372803918" sldId="2147483660"/>
              <pc:sldLayoutMk cId="3398100796" sldId="2147483678"/>
              <ac:spMk id="13" creationId="{0DC4F97A-35A6-2D06-AA6A-DC1D67C5EA27}"/>
            </ac:spMkLst>
          </pc:spChg>
        </pc:sldLayoutChg>
        <pc:sldLayoutChg chg="modSp mod">
          <pc:chgData name="Anderson, Jamie" userId="e0314b8e-8d9a-4dc2-8089-500b97e5e248" providerId="ADAL" clId="{444C1F3D-971F-46D6-86E2-B388FFBB7CD4}" dt="2025-05-15T17:54:53.435" v="12" actId="3064"/>
          <pc:sldLayoutMkLst>
            <pc:docMk/>
            <pc:sldMasterMk cId="3372803918" sldId="2147483660"/>
            <pc:sldLayoutMk cId="991727421" sldId="2147483681"/>
          </pc:sldLayoutMkLst>
          <pc:spChg chg="mod">
            <ac:chgData name="Anderson, Jamie" userId="e0314b8e-8d9a-4dc2-8089-500b97e5e248" providerId="ADAL" clId="{444C1F3D-971F-46D6-86E2-B388FFBB7CD4}" dt="2025-05-15T17:54:53.435" v="12" actId="3064"/>
            <ac:spMkLst>
              <pc:docMk/>
              <pc:sldMasterMk cId="3372803918" sldId="2147483660"/>
              <pc:sldLayoutMk cId="991727421" sldId="2147483681"/>
              <ac:spMk id="13" creationId="{0DC4F97A-35A6-2D06-AA6A-DC1D67C5EA27}"/>
            </ac:spMkLst>
          </pc:spChg>
        </pc:sldLayoutChg>
        <pc:sldLayoutChg chg="modSp mod">
          <pc:chgData name="Anderson, Jamie" userId="e0314b8e-8d9a-4dc2-8089-500b97e5e248" providerId="ADAL" clId="{444C1F3D-971F-46D6-86E2-B388FFBB7CD4}" dt="2025-05-15T17:55:03.679" v="14" actId="3064"/>
          <pc:sldLayoutMkLst>
            <pc:docMk/>
            <pc:sldMasterMk cId="3372803918" sldId="2147483660"/>
            <pc:sldLayoutMk cId="2668759226" sldId="2147483682"/>
          </pc:sldLayoutMkLst>
          <pc:spChg chg="mod">
            <ac:chgData name="Anderson, Jamie" userId="e0314b8e-8d9a-4dc2-8089-500b97e5e248" providerId="ADAL" clId="{444C1F3D-971F-46D6-86E2-B388FFBB7CD4}" dt="2025-05-15T17:55:03.679" v="14" actId="3064"/>
            <ac:spMkLst>
              <pc:docMk/>
              <pc:sldMasterMk cId="3372803918" sldId="2147483660"/>
              <pc:sldLayoutMk cId="2668759226" sldId="2147483682"/>
              <ac:spMk id="13" creationId="{0DC4F97A-35A6-2D06-AA6A-DC1D67C5EA27}"/>
            </ac:spMkLst>
          </pc:spChg>
        </pc:sldLayoutChg>
        <pc:sldLayoutChg chg="modSp mod">
          <pc:chgData name="Anderson, Jamie" userId="e0314b8e-8d9a-4dc2-8089-500b97e5e248" providerId="ADAL" clId="{444C1F3D-971F-46D6-86E2-B388FFBB7CD4}" dt="2025-05-15T17:56:06.393" v="18" actId="3064"/>
          <pc:sldLayoutMkLst>
            <pc:docMk/>
            <pc:sldMasterMk cId="3372803918" sldId="2147483660"/>
            <pc:sldLayoutMk cId="2727682133" sldId="2147483686"/>
          </pc:sldLayoutMkLst>
          <pc:spChg chg="mod">
            <ac:chgData name="Anderson, Jamie" userId="e0314b8e-8d9a-4dc2-8089-500b97e5e248" providerId="ADAL" clId="{444C1F3D-971F-46D6-86E2-B388FFBB7CD4}" dt="2025-05-15T17:56:02.003" v="17" actId="3064"/>
            <ac:spMkLst>
              <pc:docMk/>
              <pc:sldMasterMk cId="3372803918" sldId="2147483660"/>
              <pc:sldLayoutMk cId="2727682133" sldId="2147483686"/>
              <ac:spMk id="8" creationId="{68E2AC88-32FD-3FCF-15FC-8C1DB435599E}"/>
            </ac:spMkLst>
          </pc:spChg>
          <pc:spChg chg="mod">
            <ac:chgData name="Anderson, Jamie" userId="e0314b8e-8d9a-4dc2-8089-500b97e5e248" providerId="ADAL" clId="{444C1F3D-971F-46D6-86E2-B388FFBB7CD4}" dt="2025-05-15T17:56:06.393" v="18" actId="3064"/>
            <ac:spMkLst>
              <pc:docMk/>
              <pc:sldMasterMk cId="3372803918" sldId="2147483660"/>
              <pc:sldLayoutMk cId="2727682133" sldId="2147483686"/>
              <ac:spMk id="12" creationId="{0568E523-D558-23EB-BA53-D5EF5482C65C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0BEC8919-A1C1-4622-9E34-88F50E5B43A6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0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0FB2E5-DC4D-44E7-A52C-0F4481F4F9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43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15BE73-4B88-1872-43A6-7E53734C2C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4C85B7-CBCC-7319-BCCC-8A894DEE7E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130486"/>
            <a:ext cx="9144000" cy="25970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06AF78C-0E94-9B5F-7278-FE1960E5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924300"/>
            <a:ext cx="9144000" cy="803214"/>
          </a:xfrm>
        </p:spPr>
        <p:txBody>
          <a:bodyPr anchor="t"/>
          <a:lstStyle>
            <a:lvl1pPr algn="ctr">
              <a:defRPr sz="1200" b="1" cap="all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6F88317-6213-85E8-3F28-113EE058A4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99932" y="4727514"/>
            <a:ext cx="2744136" cy="365760"/>
          </a:xfrm>
        </p:spPr>
        <p:txBody>
          <a:bodyPr/>
          <a:lstStyle>
            <a:lvl1pPr>
              <a:defRPr sz="700"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pic>
        <p:nvPicPr>
          <p:cNvPr id="3" name="Picture 2" descr="A logo with text overlay&#10;&#10;Description automatically generated">
            <a:extLst>
              <a:ext uri="{FF2B5EF4-FFF2-40B4-BE49-F238E27FC236}">
                <a16:creationId xmlns:a16="http://schemas.microsoft.com/office/drawing/2014/main" id="{558E592B-D1E3-8829-4809-EE5792139B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637" y="2701987"/>
            <a:ext cx="4612726" cy="1298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15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0A65C5-D00E-0F23-6E73-72557640A2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F689E104-8898-B358-6F59-8824CE1536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67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C7CEC95-FB86-D4FD-C48B-98874AFBBB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130486"/>
            <a:ext cx="9144000" cy="2597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436FD-FED1-9C18-42FC-D4E0ED4F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3200400"/>
            <a:ext cx="7344294" cy="457200"/>
          </a:xfrm>
        </p:spPr>
        <p:txBody>
          <a:bodyPr/>
          <a:lstStyle>
            <a:lvl1pPr>
              <a:defRPr sz="3200" b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2FFEAA-3EB4-5A62-86FC-6A90B70E78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43799" y="3200400"/>
            <a:ext cx="685800" cy="457200"/>
          </a:xfrm>
        </p:spPr>
        <p:txBody>
          <a:bodyPr anchor="ctr"/>
          <a:lstStyle>
            <a:lvl1pPr algn="ctr">
              <a:defRPr sz="44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1145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8915400" cy="5532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B93B5E-E854-BE3E-461D-3974242E2BF4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44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8915400" cy="53037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B079F-0130-BC71-C07C-747E8CFD0D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7160" y="639868"/>
            <a:ext cx="89154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5C6FEF-3EAA-3F2F-F517-4F2B20A4D24C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70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927843" y="639868"/>
            <a:ext cx="6126480" cy="5532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5F2190-4FE8-CEC2-840B-B98FEEA7BC87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77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4572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927843" y="868468"/>
            <a:ext cx="6126480" cy="53037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E8A1F-E0BF-B4DC-7B4C-1C4C14A58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27843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77268B-4DB1-B914-4835-07ED553854D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75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868468"/>
            <a:ext cx="6126480" cy="53037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E8A1F-E0BF-B4DC-7B4C-1C4C14A58D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7160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77268B-4DB1-B914-4835-07ED553854D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68E2AC88-32FD-3FCF-15FC-8C1DB435599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11123" y="868468"/>
            <a:ext cx="2743200" cy="5303732"/>
          </a:xfrm>
        </p:spPr>
        <p:txBody>
          <a:bodyPr l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68E523-D558-23EB-BA53-D5EF5482C6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1123" y="639868"/>
            <a:ext cx="2743200" cy="228600"/>
          </a:xfrm>
        </p:spPr>
        <p:txBody>
          <a:bodyPr lIns="45720"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7682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89154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429000"/>
            <a:ext cx="89154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632788-3A2D-2F85-8FA8-598A544D9B36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89154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755D-BF36-CEFF-6674-4926E35BA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" y="639868"/>
            <a:ext cx="89154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5EF08-3F22-0DD8-8849-41B3FB37A42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4E4A240-9A04-4E03-2F13-E17F4387DC2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429000"/>
            <a:ext cx="89154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404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27432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755D-BF36-CEFF-6674-4926E35BA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" y="639868"/>
            <a:ext cx="27432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5EF08-3F22-0DD8-8849-41B3FB37A42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4E4A240-9A04-4E03-2F13-E17F4387DC2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429000"/>
            <a:ext cx="89154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06FAB14A-5A48-0066-1539-99B0CCBC88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27843" y="868468"/>
            <a:ext cx="612648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5DDFD02-BED6-2C49-5326-D3AC04BD4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27843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306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27432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755D-BF36-CEFF-6674-4926E35BA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" y="639868"/>
            <a:ext cx="27432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5EF08-3F22-0DD8-8849-41B3FB37A42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06FAB14A-5A48-0066-1539-99B0CCBC88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27843" y="868468"/>
            <a:ext cx="612648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5DDFD02-BED6-2C49-5326-D3AC04BD4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27843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86768887-AD19-D575-7C79-1892E482B32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657600"/>
            <a:ext cx="89154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D0E0B0-27BE-C4CC-1771-CAECEF38F1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7160" y="3429000"/>
            <a:ext cx="89154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0869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89154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657600"/>
            <a:ext cx="891540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755D-BF36-CEFF-6674-4926E35BA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" y="639868"/>
            <a:ext cx="89154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01FE264-54E8-D1F0-9E36-8BC60FE4F9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7160" y="3429000"/>
            <a:ext cx="891540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5EF08-3F22-0DD8-8849-41B3FB37A42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0900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4434840" cy="5532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19611" y="639868"/>
            <a:ext cx="4434840" cy="5532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E56269-BB2A-FAC3-55EA-3FCA3F0BE169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859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C4912-C765-9695-52A7-04F10919EA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160" y="639868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12F2A9D-6CE3-5305-300A-D56DC1BD54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9611" y="639868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8FE180A0-4548-F9F5-CE3D-F2CD8F2A76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4434840" cy="53037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3C01DFEB-B2F9-95E0-68E9-EA0E9477009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19611" y="868468"/>
            <a:ext cx="4434840" cy="53037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B3605-3416-5DC6-CD20-EE32F5DB52D5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999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82117782-023A-A05B-934A-57D3DAFFF6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639868"/>
            <a:ext cx="612648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33B4D0DA-DCB2-CD6D-3DCE-930D698044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27843" y="3429000"/>
            <a:ext cx="612648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64C1AC3-A91F-22E9-6732-A263457FA823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695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4572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82117782-023A-A05B-934A-57D3DAFFF6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868468"/>
            <a:ext cx="612648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33B4D0DA-DCB2-CD6D-3DCE-930D6980443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27843" y="3657600"/>
            <a:ext cx="612648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880A17F-A353-CF73-E12D-2FAF37217F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27843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6E87AA2-0B10-FE93-91C4-4215B03B6E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7843" y="3429000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DEAB21-DFD1-DBCC-BB49-457076760798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100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 dirty="0"/>
              <a:t>Trade Secret &amp; Strictly Confidential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4572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3C227C3-48CA-B154-3C02-8B2064F1CD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868468"/>
            <a:ext cx="612648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99372CC5-BCE6-5A2A-C1CA-D4AE0CEDE0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27843" y="3657600"/>
            <a:ext cx="3044952" cy="25143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CDCD86B-30D8-DF06-19A6-851ED2C21A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09371" y="3657600"/>
            <a:ext cx="3044952" cy="25143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B842CE-9C2A-1A01-D478-E4199E1A4F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27843" y="639868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C7FC50-942F-07D5-D07B-2AA1B08F91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27843" y="3429000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4B0D74-C4BF-1906-32E2-E6C31B411A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09371" y="3429000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A52524-70C9-F1C7-2400-4E2EAAA27C23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727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 dirty="0"/>
              <a:t>Trade Secret &amp; Strictly Confidential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4572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3C227C3-48CA-B154-3C02-8B2064F1CD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868468"/>
            <a:ext cx="3044952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CBCA41-05F4-CEDD-418D-44FD5208F1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9371" y="868468"/>
            <a:ext cx="3044952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99372CC5-BCE6-5A2A-C1CA-D4AE0CEDE0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27843" y="3657600"/>
            <a:ext cx="6126480" cy="25143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B842CE-9C2A-1A01-D478-E4199E1A4F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27843" y="639868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C7FC50-942F-07D5-D07B-2AA1B08F91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27843" y="3429000"/>
            <a:ext cx="612648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388C9B1-2934-2903-473A-4659D9D10A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09371" y="639868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15BAE0-A50C-3BE1-A7F3-8334BFFB3BFE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759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443484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429000"/>
            <a:ext cx="443484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F4DB20CB-F5DD-147C-F535-6BBF72333F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9611" y="639868"/>
            <a:ext cx="443484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B1C74D0E-7367-4A9F-6EFA-CA83C6A209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9611" y="3429000"/>
            <a:ext cx="443484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CCE7E7-B452-3126-BEB1-B17D4B2CB847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0736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868468"/>
            <a:ext cx="443484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30F4305E-020E-A313-F397-75314D80F2B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7160" y="3657600"/>
            <a:ext cx="443484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F4DB20CB-F5DD-147C-F535-6BBF72333F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9611" y="868468"/>
            <a:ext cx="443484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B1C74D0E-7367-4A9F-6EFA-CA83C6A209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9611" y="3657600"/>
            <a:ext cx="4434840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22BBEEC-214F-BBCC-7CCB-0C8D8E27F5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7160" y="639868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72273F7-DA9F-B057-71C5-BCA95D3D49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9611" y="639868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38716C-7B3E-FD60-D1B3-CD3A39F8E5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7160" y="3429000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4690B2D-8546-783B-DCFD-F2BE66C73A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19611" y="3429000"/>
            <a:ext cx="4434840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BA6A60-E23C-3F69-7C9C-0276AFBA3F6F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4495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3C227C3-48CA-B154-3C02-8B2064F1CD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639868"/>
            <a:ext cx="3044952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CBCA41-05F4-CEDD-418D-44FD5208F1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9371" y="639868"/>
            <a:ext cx="3044952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99372CC5-BCE6-5A2A-C1CA-D4AE0CEDE0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27843" y="3428788"/>
            <a:ext cx="3044952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CDCD86B-30D8-DF06-19A6-851ED2C21A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09371" y="3428788"/>
            <a:ext cx="3044952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CAE4EA-4A09-4085-5931-12E97239B461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607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FCAA920-B48D-1C33-D28B-601A75DD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1CAE746-7534-4BA5-2BE2-BBCD76DAB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F83B19A-A9C8-FE89-2E06-856DD19DE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 dirty="0"/>
              <a:t>Trade Secret &amp; Strictly Confidential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17D4FC-9847-E807-5155-A1A2DB9C6C1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US" sz="7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</a:pPr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DC4F97A-35A6-2D06-AA6A-DC1D67C5EA2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37160" y="639868"/>
            <a:ext cx="2743200" cy="5532120"/>
          </a:xfrm>
        </p:spPr>
        <p:txBody>
          <a:bodyPr tIns="45720" rIns="4572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3C227C3-48CA-B154-3C02-8B2064F1CD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868468"/>
            <a:ext cx="3044952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A5CBCA41-05F4-CEDD-418D-44FD5208F1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9371" y="868468"/>
            <a:ext cx="3044952" cy="2514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99372CC5-BCE6-5A2A-C1CA-D4AE0CEDE0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27843" y="3657600"/>
            <a:ext cx="3044952" cy="25143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DCDCD86B-30D8-DF06-19A6-851ED2C21A3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09371" y="3657600"/>
            <a:ext cx="3044952" cy="25143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B842CE-9C2A-1A01-D478-E4199E1A4F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27843" y="639868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0C7FC50-942F-07D5-D07B-2AA1B08F91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27843" y="3429000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388C9B1-2934-2903-473A-4659D9D10A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09371" y="639868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54B0D74-C4BF-1906-32E2-E6C31B411A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09371" y="3429000"/>
            <a:ext cx="3044952" cy="228600"/>
          </a:xfrm>
        </p:spPr>
        <p:txBody>
          <a:bodyPr anchor="t"/>
          <a:lstStyle>
            <a:lvl1pPr>
              <a:spcAft>
                <a:spcPts val="0"/>
              </a:spcAft>
              <a:defRPr sz="1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9276456-FE60-22C2-158A-077351D78F76}"/>
              </a:ext>
            </a:extLst>
          </p:cNvPr>
          <p:cNvCxnSpPr>
            <a:cxnSpLocks/>
          </p:cNvCxnSpPr>
          <p:nvPr userDrawn="1"/>
        </p:nvCxnSpPr>
        <p:spPr>
          <a:xfrm>
            <a:off x="137160" y="593724"/>
            <a:ext cx="64008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52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" y="640080"/>
            <a:ext cx="8915400" cy="594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A logo with text overlay&#10;&#10;Description automatically generated">
            <a:extLst>
              <a:ext uri="{FF2B5EF4-FFF2-40B4-BE49-F238E27FC236}">
                <a16:creationId xmlns:a16="http://schemas.microsoft.com/office/drawing/2014/main" id="{BF62AD6A-3CAC-1AD2-E784-9B4D19DE4A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0" t="20515" r="58240" b="21794"/>
          <a:stretch/>
        </p:blipFill>
        <p:spPr>
          <a:xfrm>
            <a:off x="137160" y="6630036"/>
            <a:ext cx="403597" cy="18288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F7932A7-CFFC-FB15-57EA-8CAE0EBA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600" i="1"/>
            </a:lvl1pPr>
          </a:lstStyle>
          <a:p>
            <a:r>
              <a:rPr lang="en-US" dirty="0"/>
              <a:t>Trade Secret &amp; Strictly 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312ED50-5FB9-E7DC-3EE4-2C463939E8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4164AE4-CAFA-444C-8232-F77F098B0E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803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61" r:id="rId3"/>
    <p:sldLayoutId id="2147483666" r:id="rId4"/>
    <p:sldLayoutId id="2147483675" r:id="rId5"/>
    <p:sldLayoutId id="2147483676" r:id="rId6"/>
    <p:sldLayoutId id="2147483686" r:id="rId7"/>
    <p:sldLayoutId id="2147483664" r:id="rId8"/>
    <p:sldLayoutId id="2147483683" r:id="rId9"/>
    <p:sldLayoutId id="2147483684" r:id="rId10"/>
    <p:sldLayoutId id="2147483685" r:id="rId11"/>
    <p:sldLayoutId id="2147483667" r:id="rId12"/>
    <p:sldLayoutId id="2147483663" r:id="rId13"/>
    <p:sldLayoutId id="2147483668" r:id="rId14"/>
    <p:sldLayoutId id="2147483677" r:id="rId15"/>
    <p:sldLayoutId id="2147483678" r:id="rId16"/>
    <p:sldLayoutId id="2147483681" r:id="rId17"/>
    <p:sldLayoutId id="2147483682" r:id="rId18"/>
    <p:sldLayoutId id="2147483673" r:id="rId19"/>
    <p:sldLayoutId id="2147483674" r:id="rId20"/>
    <p:sldLayoutId id="2147483671" r:id="rId21"/>
    <p:sldLayoutId id="2147483672" r:id="rId22"/>
  </p:sldLayoutIdLst>
  <p:hf hdr="0" dt="0"/>
  <p:txStyles>
    <p:titleStyle>
      <a:lvl1pPr algn="l" defTabSz="914332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just" defTabSz="91433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66" indent="-182866" algn="just" defTabSz="91433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34" indent="-182866" algn="just" defTabSz="91433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00" indent="-182866" algn="just" defTabSz="91433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731466" indent="-182866" algn="just" defTabSz="914332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06C5-B8D0-5287-FE4B-F5BE1847D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924300"/>
            <a:ext cx="9144000" cy="803214"/>
          </a:xfrm>
        </p:spPr>
        <p:txBody>
          <a:bodyPr/>
          <a:lstStyle/>
          <a:p>
            <a:r>
              <a:rPr lang="en-US" dirty="0"/>
              <a:t>[Company Name]</a:t>
            </a:r>
            <a:br>
              <a:rPr lang="en-US" dirty="0"/>
            </a:br>
            <a:r>
              <a:rPr lang="en-US" dirty="0"/>
              <a:t>Overland IC Screening Memo</a:t>
            </a:r>
            <a:br>
              <a:rPr lang="en-US" dirty="0"/>
            </a:br>
            <a:r>
              <a:rPr lang="en-US" dirty="0"/>
              <a:t>[Month D, YYYY]</a:t>
            </a:r>
            <a:br>
              <a:rPr lang="en-US" dirty="0"/>
            </a:br>
            <a:r>
              <a:rPr lang="en-US" dirty="0"/>
              <a:t>Deal Team: [F., Last], [F., Last], [F., Last]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A31CE-4BC0-A33D-2FAF-9B93604EF3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99932" y="4727514"/>
            <a:ext cx="2744136" cy="365760"/>
          </a:xfrm>
        </p:spPr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264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5BCF-CE43-5FC9-BBD0-7897585A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2BAE07-F5FF-75F8-F400-31EE89256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0CFEBD9-4A2B-DE88-C0BD-042C4E5881E8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647754541"/>
              </p:ext>
            </p:extLst>
          </p:nvPr>
        </p:nvGraphicFramePr>
        <p:xfrm>
          <a:off x="136525" y="639763"/>
          <a:ext cx="8915400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6843">
                  <a:extLst>
                    <a:ext uri="{9D8B030D-6E8A-4147-A177-3AD203B41FA5}">
                      <a16:colId xmlns:a16="http://schemas.microsoft.com/office/drawing/2014/main" val="2723607463"/>
                    </a:ext>
                  </a:extLst>
                </a:gridCol>
                <a:gridCol w="6874043">
                  <a:extLst>
                    <a:ext uri="{9D8B030D-6E8A-4147-A177-3AD203B41FA5}">
                      <a16:colId xmlns:a16="http://schemas.microsoft.com/office/drawing/2014/main" val="786668937"/>
                    </a:ext>
                  </a:extLst>
                </a:gridCol>
                <a:gridCol w="894514">
                  <a:extLst>
                    <a:ext uri="{9D8B030D-6E8A-4147-A177-3AD203B41FA5}">
                      <a16:colId xmlns:a16="http://schemas.microsoft.com/office/drawing/2014/main" val="125738418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Executive Summary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63203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Company &amp; Industry Overview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5565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Investment Highlights | Risks &amp; Mitigants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0008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Financial Summary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20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3156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Projection Models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25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285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Second Way Out &amp; Distressed Sale Value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31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8727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Management Overview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33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33038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Diligence Summary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35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9029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09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Appendices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2"/>
                          </a:solidFill>
                        </a:rPr>
                        <a:t>38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435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/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Public Comparables &amp; Precedent Transactions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39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2442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B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/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[Other Appendices]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42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3561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/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Prior Overland IC Memos</a:t>
                      </a:r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chemeClr val="accent1"/>
                          </a:solidFill>
                        </a:rPr>
                        <a:t>43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98925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1BC21-BDDD-766C-EAF6-72B8A469B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496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5797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1F0A-6B9C-56AB-BB60-E2CD211E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11447-BD7C-2FA8-F35D-BE7FAC174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0EF49-0C31-1AB7-2335-3D80B7D381B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F00447-A782-3158-502F-38A7DF1DC6A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1050" b="1" dirty="0">
                <a:solidFill>
                  <a:schemeClr val="accent2"/>
                </a:solidFill>
              </a:rPr>
              <a:t>Company Overview</a:t>
            </a:r>
          </a:p>
          <a:p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TAM &amp; Market Share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Products / Services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Customers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Suppliers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Labor / Raw Materials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Operations / Facilities</a:t>
            </a:r>
            <a:r>
              <a:rPr lang="en-US" dirty="0"/>
              <a:t>: [X]</a:t>
            </a:r>
          </a:p>
          <a:p>
            <a:endParaRPr lang="en-US" dirty="0"/>
          </a:p>
          <a:p>
            <a:r>
              <a:rPr lang="en-US" sz="1050" b="1" dirty="0">
                <a:solidFill>
                  <a:schemeClr val="accent2"/>
                </a:solidFill>
              </a:rPr>
              <a:t>Situation Overview</a:t>
            </a:r>
          </a:p>
          <a:p>
            <a:r>
              <a:rPr lang="en-US" dirty="0"/>
              <a:t>[X]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29386-3104-2C9F-0004-0E7969D5B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725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40EE-B278-B063-8BBC-D9B3B73C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Overview (1/2)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3F820E-1B3C-9A67-CFE2-222A0D85D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AB6-7258-AE7F-CC65-0FCE154FC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50DCB2-750E-2B8A-24A0-1A1E6C52253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EC4948-D010-FE9E-A44D-40D580B61FE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2234F7-F7EE-6567-FA1B-AA3BC2AF00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Sources &amp; Uses | Pro Forma Capitalization</a:t>
            </a:r>
          </a:p>
        </p:txBody>
      </p:sp>
    </p:spTree>
    <p:extLst>
      <p:ext uri="{BB962C8B-B14F-4D97-AF65-F5344CB8AC3E}">
        <p14:creationId xmlns:p14="http://schemas.microsoft.com/office/powerpoint/2010/main" val="44082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78DD-4B07-6CB4-47F0-145185E0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Overview (2/2)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794B04-6B8D-2AE9-DEC1-A9B572754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7D5D68-398A-1FB2-781B-47E47AD1E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3531D6-4A1E-756F-26A5-3DDD44FC1F2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C2DACE7-8B8D-752A-6F6E-7C0A5057D8BC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670090699"/>
              </p:ext>
            </p:extLst>
          </p:nvPr>
        </p:nvGraphicFramePr>
        <p:xfrm>
          <a:off x="136525" y="868363"/>
          <a:ext cx="8915402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8822">
                  <a:extLst>
                    <a:ext uri="{9D8B030D-6E8A-4147-A177-3AD203B41FA5}">
                      <a16:colId xmlns:a16="http://schemas.microsoft.com/office/drawing/2014/main" val="2273780132"/>
                    </a:ext>
                  </a:extLst>
                </a:gridCol>
                <a:gridCol w="3888290">
                  <a:extLst>
                    <a:ext uri="{9D8B030D-6E8A-4147-A177-3AD203B41FA5}">
                      <a16:colId xmlns:a16="http://schemas.microsoft.com/office/drawing/2014/main" val="2826564906"/>
                    </a:ext>
                  </a:extLst>
                </a:gridCol>
                <a:gridCol w="3888290">
                  <a:extLst>
                    <a:ext uri="{9D8B030D-6E8A-4147-A177-3AD203B41FA5}">
                      <a16:colId xmlns:a16="http://schemas.microsoft.com/office/drawing/2014/main" val="423546669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Terms</a:t>
                      </a:r>
                    </a:p>
                  </a:txBody>
                  <a:tcPr marL="27432" marR="27432" marT="27432" marB="27432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[Sponsor / Mgmt.] ([M/D])</a:t>
                      </a:r>
                    </a:p>
                  </a:txBody>
                  <a:tcPr marL="27432" marR="27432" marT="27432" marB="27432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Overland Deal Team Proposal ([M/D])</a:t>
                      </a:r>
                    </a:p>
                  </a:txBody>
                  <a:tcPr marL="27432" marR="27432" marT="27432" marB="27432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12416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Facility Size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Total 1L Facilities: $[X.X]MM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$[X.X]MM (unfunded at close)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$[X.X]MM 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$[X.X]MM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Total 1L Facilities: $[X.X]MM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$[X.X]MM (unfunded at close)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$[X.X]MM 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$[X.X]MM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90672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OL Commitment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Total 1L Facilities: $[X.X]MM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$[X.X]MM 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$[X.X]MM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Total 1L Facilities: $[X.X]MM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$[X.X]MM </a:t>
                      </a:r>
                    </a:p>
                    <a:p>
                      <a:pPr marL="182880" lvl="1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$[X.X]MM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078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Opening Leverage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[X.XX]x TNL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[X.XX]x TNL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23735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Pricing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S + [XXX] ([X.XX]% Floor)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S + [XXX] ([X.XX]% Floor)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S + [XXX] ([X.XX]% Floor)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S + [XXX] ([X.XX]% Floor)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S + [XXX] ([X.XX]% Floor)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DDTL: S + [XXX] ([X.XX]% Floor)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02118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Fees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Closing: RCF [X.XX]% // 1L TLB &amp; DDTL [X.XX]% (1L TLB 100% upfront // 1L DDTL 50% upfront &amp; 50% at draw, termination, or availability expiration)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Unused: RCF [50] bps p.a. // 1L DDTL [100] bps p.a.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Agency: $[XXX] thousand p.a.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Closing: RCF [X.XX]% // 1L TLB &amp; DDTL [X.XX]% (1L TLB 100% upfront // 1L DDTL 50% upfront &amp; 50% at draw, termination, or availability expiration)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Unused: RCF [50] bps p.a. // 1L DDTL [100] bps p.a.</a:t>
                      </a:r>
                    </a:p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Agency: $[XXX] thousand p.a.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16213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Maturity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Facilities: 5 Years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 Availability Period: [24] months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Facilities: 5 Years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DDTL Availability Period: [24] months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0094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Amortization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n/a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[1.00]% p.a.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RCF: n/a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1L TLB: [1.00]% p.a.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489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ECF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50% ECF w/ two step-downs at [X.XX] and [X.XX] TNL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-91440" algn="just" defTabSz="91433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50% ECF w/ two step-downs at [X.XX] and [X.XX] TNL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215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Call Protection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[102 / 101] HC ([c/o’s for CoC &amp; IPO])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[102 / 101] HC ([c/o’s for CoC &amp; IPO])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9855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DDTL Gov.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[X.XX]x TNL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[X.XX]x TNL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8223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Covenants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Leverage: [X.XX]x TNL (~[X]% cushion to opening leverage w/ [X] stepdowns thru maturity)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FCCR: [X.XX]x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Leverage: [X.XX]x TNL (~[X]% cushion to opening leverage w/ [X] stepdowns thru maturity)</a:t>
                      </a:r>
                    </a:p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FCCR: [X.XX]x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5951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EBITDA Definition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[Call out individual or shared cap adjustments, $ or % caps, pro forma look-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</a:rPr>
                        <a:t>fwd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 periods, and / or before or after giving effect calculation methodology, etc.]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[Call out individual or shared cap adjustments, $ or % caps, pro forma look-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</a:rPr>
                        <a:t>fwd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 periods, and / or before or after giving effect calculation methodology, etc.]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8382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just"/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Other / Misc.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555410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5AEC12-E5E4-223B-7476-EA80B47C36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1L Facility [Sponsor / Mgmt.] [&amp; Overland Indicative Term Sheet Proposal] Summary Terms</a:t>
            </a:r>
          </a:p>
        </p:txBody>
      </p:sp>
    </p:spTree>
    <p:extLst>
      <p:ext uri="{BB962C8B-B14F-4D97-AF65-F5344CB8AC3E}">
        <p14:creationId xmlns:p14="http://schemas.microsoft.com/office/powerpoint/2010/main" val="373742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1F0A-6B9C-56AB-BB60-E2CD211E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 Feedback Request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11447-BD7C-2FA8-F35D-BE7FAC174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0EF49-0C31-1AB7-2335-3D80B7D381B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F00447-A782-3158-502F-38A7DF1DC6A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 Deal Team is seeking IC credit and structure feedback to underwrite and hold Overland’s pro rata of a [facility / pricing / attachment point description].</a:t>
            </a:r>
          </a:p>
          <a:p>
            <a:r>
              <a:rPr lang="en-US" dirty="0"/>
              <a:t>The Deal Team’s preliminary view is that [Company Name] is a [Strong / Neutral / Weak] prospective credit. The Deal Team’s preliminary credit view is driven by the following facets of the Company through initial diligence:</a:t>
            </a:r>
          </a:p>
          <a:p>
            <a:r>
              <a:rPr lang="en-US" b="1" dirty="0"/>
              <a:t>[Positive Credit Attribute]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b="1" dirty="0"/>
              <a:t>[Positive Credit Attribute]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b="1" dirty="0"/>
              <a:t>[Positive Credit Attribute]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29386-3104-2C9F-0004-0E7969D5B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29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1F0A-6B9C-56AB-BB60-E2CD211E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 Team Initial Diligence &amp; Focus Areas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11447-BD7C-2FA8-F35D-BE7FAC174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0EF49-0C31-1AB7-2335-3D80B7D381B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F00447-A782-3158-502F-38A7DF1DC6A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Following the [M/D/YY] initial Posting IC meeting, the Deal Team received and evaluated the following primary and third-party diligence materials as well as conducted diligence calls with the Company’s [mgmt. team / debt advisor], several industry experts, and internal CBP team members: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>
              <a:spcAft>
                <a:spcPts val="0"/>
              </a:spcAft>
            </a:pPr>
            <a:endParaRPr lang="en-US" dirty="0"/>
          </a:p>
          <a:p>
            <a:r>
              <a:rPr lang="en-US" dirty="0"/>
              <a:t>The Deal Team focused our initial diligence efforts around the following areas. Initial diligence findings were [supportive of Overland’s proposed investment / mixed / moderately negative]:</a:t>
            </a:r>
          </a:p>
          <a:p>
            <a:r>
              <a:rPr lang="en-US" b="1" dirty="0"/>
              <a:t>[Focus Area]:</a:t>
            </a:r>
            <a:r>
              <a:rPr lang="en-US" dirty="0"/>
              <a:t> [X]</a:t>
            </a: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[Initial Mitigating / Negative Finding]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[Initial Mitigating / Negative Finding]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[Initial Mitigating / Negative Finding]</a:t>
            </a:r>
            <a:r>
              <a:rPr lang="en-US" dirty="0"/>
              <a:t>: [X]</a:t>
            </a:r>
          </a:p>
          <a:p>
            <a:endParaRPr lang="en-US" dirty="0"/>
          </a:p>
          <a:p>
            <a:r>
              <a:rPr lang="en-US" b="1" dirty="0"/>
              <a:t>[Focus Area]:</a:t>
            </a:r>
            <a:r>
              <a:rPr lang="en-US" dirty="0"/>
              <a:t> [X]</a:t>
            </a: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[Initial Mitigating / Negative Finding]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[Initial Mitigating / Negative Finding]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[Initial Mitigating / Negative Finding]</a:t>
            </a:r>
            <a:r>
              <a:rPr lang="en-US" dirty="0"/>
              <a:t>: [X]</a:t>
            </a:r>
          </a:p>
          <a:p>
            <a:endParaRPr lang="en-US" dirty="0"/>
          </a:p>
          <a:p>
            <a:r>
              <a:rPr lang="en-US" b="1" dirty="0"/>
              <a:t>[Focus Area]:</a:t>
            </a:r>
            <a:r>
              <a:rPr lang="en-US" dirty="0"/>
              <a:t> [X]</a:t>
            </a: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[Mitigating / Negative Finding]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[Mitigating / Negative Finding]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[Mitigating / Negative Finding]</a:t>
            </a:r>
            <a:r>
              <a:rPr lang="en-US" dirty="0"/>
              <a:t>: [X]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29386-3104-2C9F-0004-0E7969D5B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203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&amp; Industry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7662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CFAE-6023-792F-8F63-8571A7BD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B17EB-BD6C-559C-51CB-461332CDB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83E47-C4CF-C9B7-199A-954DE695A35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algn="just"/>
            <a:r>
              <a:rPr lang="en-US" dirty="0"/>
              <a:t>(1) TEV / EBITDA multiple reflects [Deal Team estimate / implied valuation from the proposed transaction] and compares to public comparables and precedent transaction multiples of [X.X]x and [X.X]x, respectively.  (2) LTM figures reflect trailing twelve-month financial results through [M/YY].  (3) LTM Revenue CAGR b/w FY’[YY] - LTM [M/YY].  (4) Historical figures reflect [mgmt. internal reported / sellside QoE / buyside QoE] financials; FY’[YY]E projection figures reflect [mgmt. base case] forecasted results.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51F22C6-F98C-5694-5977-4A921B1E65C3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937641664"/>
              </p:ext>
            </p:extLst>
          </p:nvPr>
        </p:nvGraphicFramePr>
        <p:xfrm>
          <a:off x="136525" y="639765"/>
          <a:ext cx="2743200" cy="5533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383053326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4200247236"/>
                    </a:ext>
                  </a:extLst>
                </a:gridCol>
              </a:tblGrid>
              <a:tr h="1508760">
                <a:tc gridSpan="2"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[Insert Logo]</a:t>
                      </a:r>
                    </a:p>
                    <a:p>
                      <a:pPr algn="ctr"/>
                      <a:endParaRPr lang="en-US" sz="800" dirty="0"/>
                    </a:p>
                    <a:p>
                      <a:pPr algn="ctr"/>
                      <a:r>
                        <a:rPr lang="en-US" sz="800" b="1" dirty="0"/>
                        <a:t>[Company Name]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489581"/>
                  </a:ext>
                </a:extLst>
              </a:tr>
              <a:tr h="381444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Headquarters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[City], [State]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562023"/>
                  </a:ext>
                </a:extLst>
              </a:tr>
              <a:tr h="381444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Year Founded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[YYYY]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273114"/>
                  </a:ext>
                </a:extLst>
              </a:tr>
              <a:tr h="381444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Ownership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[Founder-Owned / Sponsor-Owned]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988211"/>
                  </a:ext>
                </a:extLst>
              </a:tr>
              <a:tr h="381444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Employees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[X]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360149"/>
                  </a:ext>
                </a:extLst>
              </a:tr>
              <a:tr h="381444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Enterprise Value</a:t>
                      </a:r>
                    </a:p>
                    <a:p>
                      <a:r>
                        <a:rPr lang="en-US" sz="800" b="1" i="1" dirty="0">
                          <a:solidFill>
                            <a:schemeClr val="bg1"/>
                          </a:solidFill>
                        </a:rPr>
                        <a:t>(TEV / EBITDA) (1)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$[X.X]MM</a:t>
                      </a:r>
                    </a:p>
                    <a:p>
                      <a:r>
                        <a:rPr lang="en-US" sz="800" i="1" dirty="0">
                          <a:solidFill>
                            <a:schemeClr val="tx1"/>
                          </a:solidFill>
                        </a:rPr>
                        <a:t>([X.XX]x TEV / EBITDA)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687144"/>
                  </a:ext>
                </a:extLst>
              </a:tr>
              <a:tr h="381444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LTM Revenue</a:t>
                      </a:r>
                    </a:p>
                    <a:p>
                      <a:r>
                        <a:rPr lang="en-US" sz="800" b="1" i="1" dirty="0">
                          <a:solidFill>
                            <a:schemeClr val="bg1"/>
                          </a:solidFill>
                        </a:rPr>
                        <a:t>(% CAGR) (2)(3)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$[X.X]MM</a:t>
                      </a:r>
                    </a:p>
                    <a:p>
                      <a:r>
                        <a:rPr lang="en-US" sz="800" i="1" dirty="0">
                          <a:solidFill>
                            <a:schemeClr val="tx1"/>
                          </a:solidFill>
                        </a:rPr>
                        <a:t>([X.X]% CAGR)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295127"/>
                  </a:ext>
                </a:extLst>
              </a:tr>
              <a:tr h="381444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LTM Gross Profit</a:t>
                      </a:r>
                    </a:p>
                    <a:p>
                      <a:r>
                        <a:rPr lang="en-US" sz="800" b="1" i="1" dirty="0">
                          <a:solidFill>
                            <a:schemeClr val="bg1"/>
                          </a:solidFill>
                        </a:rPr>
                        <a:t>(% margin) (2)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$[X.X]MM</a:t>
                      </a:r>
                    </a:p>
                    <a:p>
                      <a:r>
                        <a:rPr lang="en-US" sz="800" i="1" dirty="0">
                          <a:solidFill>
                            <a:schemeClr val="tx1"/>
                          </a:solidFill>
                        </a:rPr>
                        <a:t>([X.X]% margin)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403772"/>
                  </a:ext>
                </a:extLst>
              </a:tr>
              <a:tr h="381444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LTM CA EBITDA</a:t>
                      </a:r>
                    </a:p>
                    <a:p>
                      <a:r>
                        <a:rPr lang="en-US" sz="800" b="1" i="1" dirty="0">
                          <a:solidFill>
                            <a:schemeClr val="bg1"/>
                          </a:solidFill>
                        </a:rPr>
                        <a:t>(% margin) (2)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$[X.X]MM</a:t>
                      </a:r>
                    </a:p>
                    <a:p>
                      <a:r>
                        <a:rPr lang="en-US" sz="800" i="1" dirty="0">
                          <a:solidFill>
                            <a:schemeClr val="tx1"/>
                          </a:solidFill>
                        </a:rPr>
                        <a:t>([X.X]% margin)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6144630"/>
                  </a:ext>
                </a:extLst>
              </a:tr>
              <a:tr h="973355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Management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CEO: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 [Name]</a:t>
                      </a:r>
                    </a:p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CFO: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 [Name]</a:t>
                      </a:r>
                    </a:p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[Title]: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</a:rPr>
                        <a:t> [Name]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70867"/>
                  </a:ext>
                </a:extLst>
              </a:tr>
            </a:tbl>
          </a:graphicData>
        </a:graphic>
      </p:graphicFrame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368DAAF8-AD20-DF7D-59D4-24F0DFA2364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18488456"/>
              </p:ext>
            </p:extLst>
          </p:nvPr>
        </p:nvGraphicFramePr>
        <p:xfrm>
          <a:off x="2927353" y="868469"/>
          <a:ext cx="6127751" cy="2514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6524">
                  <a:extLst>
                    <a:ext uri="{9D8B030D-6E8A-4147-A177-3AD203B41FA5}">
                      <a16:colId xmlns:a16="http://schemas.microsoft.com/office/drawing/2014/main" val="3524672021"/>
                    </a:ext>
                  </a:extLst>
                </a:gridCol>
                <a:gridCol w="4531227">
                  <a:extLst>
                    <a:ext uri="{9D8B030D-6E8A-4147-A177-3AD203B41FA5}">
                      <a16:colId xmlns:a16="http://schemas.microsoft.com/office/drawing/2014/main" val="3034861479"/>
                    </a:ext>
                  </a:extLst>
                </a:gridCol>
              </a:tblGrid>
              <a:tr h="502963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bg1"/>
                          </a:solidFill>
                        </a:rPr>
                        <a:t>[Company Name]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bg1"/>
                          </a:solidFill>
                        </a:rPr>
                        <a:t>Revenue: $[X.X]MM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bg1"/>
                          </a:solidFill>
                        </a:rPr>
                        <a:t>Gross Profit: $[X.X]MM ([X]% margin)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bg1"/>
                          </a:solidFill>
                        </a:rPr>
                        <a:t>CA EBITDA: $[X.X]MM ([X]% margin)</a:t>
                      </a:r>
                    </a:p>
                  </a:txBody>
                  <a:tcPr marL="18288" marR="18288" marT="18288" marB="18288" anchor="ctr">
                    <a:lnL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700" dirty="0"/>
                        <a:t>[Company Description]</a:t>
                      </a:r>
                    </a:p>
                  </a:txBody>
                  <a:tcPr marL="18288" marR="18288" marT="18288" marB="1828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616072"/>
                  </a:ext>
                </a:extLst>
              </a:tr>
              <a:tr h="502963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bg1"/>
                          </a:solidFill>
                        </a:rPr>
                        <a:t>[Segment]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bg1"/>
                          </a:solidFill>
                        </a:rPr>
                        <a:t>Revenue: $[X.X]MM ([X]% total)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bg1"/>
                          </a:solidFill>
                        </a:rPr>
                        <a:t>Gross Profit: $[X.X]MM ([X]% total)</a:t>
                      </a:r>
                    </a:p>
                  </a:txBody>
                  <a:tcPr marL="18288" marR="18288" marT="18288" marB="18288" anchor="ctr">
                    <a:lnL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[Segment Description]</a:t>
                      </a:r>
                      <a:endParaRPr lang="en-US" sz="700" dirty="0"/>
                    </a:p>
                  </a:txBody>
                  <a:tcPr marL="18288" marR="18288" marT="18288" marB="1828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956828"/>
                  </a:ext>
                </a:extLst>
              </a:tr>
              <a:tr h="502963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bg1"/>
                          </a:solidFill>
                        </a:rPr>
                        <a:t>[Segment]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bg1"/>
                          </a:solidFill>
                        </a:rPr>
                        <a:t>Revenue: $[X.X]MM ([X]% total)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bg1"/>
                          </a:solidFill>
                        </a:rPr>
                        <a:t>Gross Profit: $[X.X]MM ([X]% total)</a:t>
                      </a:r>
                    </a:p>
                  </a:txBody>
                  <a:tcPr marL="18288" marR="18288" marT="18288" marB="18288" anchor="ctr">
                    <a:lnL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[Segment Description]</a:t>
                      </a:r>
                      <a:endParaRPr lang="en-US" sz="700" dirty="0"/>
                    </a:p>
                  </a:txBody>
                  <a:tcPr marL="18288" marR="18288" marT="18288" marB="1828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6103"/>
                  </a:ext>
                </a:extLst>
              </a:tr>
              <a:tr h="502963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[Segment]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tx1"/>
                          </a:solidFill>
                        </a:rPr>
                        <a:t>Revenue: $[X.X]MM ([X]% total)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tx1"/>
                          </a:solidFill>
                        </a:rPr>
                        <a:t>Gross Profit: $[X.X]MM ([X]% total)</a:t>
                      </a:r>
                    </a:p>
                  </a:txBody>
                  <a:tcPr marL="18288" marR="18288" marT="18288" marB="18288" anchor="ctr">
                    <a:lnL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137160" indent="-91440" algn="just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[Segment Description]</a:t>
                      </a:r>
                      <a:endParaRPr lang="en-US" sz="700" dirty="0"/>
                    </a:p>
                  </a:txBody>
                  <a:tcPr marL="18288" marR="18288" marT="18288" marB="1828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920153"/>
                  </a:ext>
                </a:extLst>
              </a:tr>
              <a:tr h="502963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>
                          <a:solidFill>
                            <a:schemeClr val="tx1"/>
                          </a:solidFill>
                        </a:rPr>
                        <a:t>[Segment]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tx1"/>
                          </a:solidFill>
                        </a:rPr>
                        <a:t>Revenue: $[X.X]MM ([X]% total)</a:t>
                      </a:r>
                    </a:p>
                    <a:p>
                      <a:pPr algn="ctr"/>
                      <a:r>
                        <a:rPr lang="en-US" sz="700" i="1" dirty="0">
                          <a:solidFill>
                            <a:schemeClr val="tx1"/>
                          </a:solidFill>
                        </a:rPr>
                        <a:t>Gross Profit: $[X.X]MM ([X]% total)</a:t>
                      </a:r>
                    </a:p>
                  </a:txBody>
                  <a:tcPr marL="18288" marR="18288" marT="18288" marB="18288" anchor="ctr">
                    <a:lnL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0" lvl="0" indent="-9144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[Segment Description]</a:t>
                      </a:r>
                      <a:endParaRPr lang="en-US" sz="700" dirty="0"/>
                    </a:p>
                  </a:txBody>
                  <a:tcPr marL="18288" marR="18288" marT="18288" marB="18288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514820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9DEDFF-F57A-AF61-D9DD-28B7A1421FB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691CAE-8FDB-3434-5CE9-D52647F439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Company &amp; [Segment / Product &amp; Service Line] Summary (2)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F4FFF2-A174-408C-A72A-4666301604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anchor="t"/>
          <a:lstStyle/>
          <a:p>
            <a:r>
              <a:rPr lang="en-US" dirty="0"/>
              <a:t>Historical Financial Performance Summary (4)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605C155-0D06-3F98-7E03-03006D985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961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6DD8-28FD-0201-5FDF-8776BA92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</p:spPr>
        <p:txBody>
          <a:bodyPr/>
          <a:lstStyle/>
          <a:p>
            <a:r>
              <a:rPr lang="en-US"/>
              <a:t>Product &amp; Services Overview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ABC9971-5AAB-13C1-1B1A-44826EBDF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</p:spPr>
        <p:txBody>
          <a:bodyPr/>
          <a:lstStyle/>
          <a:p>
            <a:fld id="{14164AE4-CAFA-444C-8232-F77F098B0ED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28701-FC4F-C833-0868-7A56FDA08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</p:spPr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C8DBD-D118-90D7-4C35-8AD37E0B9E0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</p:spPr>
        <p:txBody>
          <a:bodyPr/>
          <a:lstStyle/>
          <a:p>
            <a:r>
              <a:rPr lang="en-US"/>
              <a:t>Note: [X]</a:t>
            </a:r>
            <a:endParaRPr lang="en-US" dirty="0"/>
          </a:p>
        </p:txBody>
      </p:sp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id="{146242B6-60DA-ADEC-7756-03BAB48CD79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</p:txBody>
      </p:sp>
      <p:sp>
        <p:nvSpPr>
          <p:cNvPr id="45" name="Content Placeholder 44">
            <a:extLst>
              <a:ext uri="{FF2B5EF4-FFF2-40B4-BE49-F238E27FC236}">
                <a16:creationId xmlns:a16="http://schemas.microsoft.com/office/drawing/2014/main" id="{177FE429-2D9A-A79C-E65F-1D91A40976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" name="Content Placeholder 45">
            <a:extLst>
              <a:ext uri="{FF2B5EF4-FFF2-40B4-BE49-F238E27FC236}">
                <a16:creationId xmlns:a16="http://schemas.microsoft.com/office/drawing/2014/main" id="{E757A359-A17F-8DB5-84BF-EAFDC94664F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2DF70081-6061-AF9C-2C5D-AEF9E4CFD7E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78D3C8-EF93-96F2-E234-1C642A103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27843" y="639868"/>
            <a:ext cx="3044952" cy="228600"/>
          </a:xfrm>
        </p:spPr>
        <p:txBody>
          <a:bodyPr/>
          <a:lstStyle/>
          <a:p>
            <a:r>
              <a:rPr lang="en-US"/>
              <a:t>LTM [M/YY] Revenue by [Product / SKU / Service]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09E0A9E-5862-DB25-4E24-EB289950DF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27843" y="3429000"/>
            <a:ext cx="6126480" cy="228600"/>
          </a:xfrm>
        </p:spPr>
        <p:txBody>
          <a:bodyPr anchor="t"/>
          <a:lstStyle/>
          <a:p>
            <a:r>
              <a:rPr lang="en-US"/>
              <a:t>Historical [Volume, ASP, Revenue &amp; Gross Profit] by Top 1 / 10 [Products / SKUs / Services]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3971BE-138A-C151-7CA2-E17C2BCF96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09371" y="639868"/>
            <a:ext cx="3044952" cy="228600"/>
          </a:xfrm>
        </p:spPr>
        <p:txBody>
          <a:bodyPr/>
          <a:lstStyle/>
          <a:p>
            <a:r>
              <a:rPr lang="en-US"/>
              <a:t>LTM [M/YY] [Gross Profit] by [Product / SKU / Service]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184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6DD8-28FD-0201-5FDF-8776BA92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28701-FC4F-C833-0868-7A56FDA08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C8DBD-D118-90D7-4C35-8AD37E0B9E0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DB3E2-D251-537B-149F-B4ED849244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27843" y="868468"/>
            <a:ext cx="3044952" cy="2514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4DB6BA-8BF6-F195-2513-06A01322A92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9371" y="868468"/>
            <a:ext cx="3044952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C52A66-81CE-B530-A697-DEACF41ED61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78D3C8-EF93-96F2-E234-1C642A103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LTM [M/YY] Revenue by [Customer]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09E0A9E-5862-DB25-4E24-EB289950DF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Historical Revenue &amp; Gross Profit by Top 1 / 10 Customers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3971BE-138A-C151-7CA2-E17C2BCF96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LTM [M/YY] Gross Profit by [Customer]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53B059E-62BF-8D0D-9A55-EB58AE41D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BCA5D09-9C9C-54CD-A220-587346351D5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</p:txBody>
      </p:sp>
    </p:spTree>
    <p:extLst>
      <p:ext uri="{BB962C8B-B14F-4D97-AF65-F5344CB8AC3E}">
        <p14:creationId xmlns:p14="http://schemas.microsoft.com/office/powerpoint/2010/main" val="135677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196A-2BA8-E3A2-335D-D1913365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Supplier &amp; Raw Material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AD1A7F-DB0C-C56B-716D-A671F0F5A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777B1-9BD3-FEFB-0AB9-C2B1FD9D1F0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9DB7B2-BD04-8876-7151-9C4DCB330E8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633B0A-A504-A02A-23A6-FFF7D0DE32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LTM [M/YY] Purchases by Supplier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DD4129-81AC-23A9-EEE9-C04C7A338E6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B7D305-D797-6AB2-8833-C360A11513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Historical Purchases by Top 1 / 10 Suppliers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64AFEB-69B5-DE27-14CC-7D18C3B1537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B8EB13-97FE-5B86-D369-BA1C39700C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Discussion &amp; Analysis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40F7502-8A5A-8B41-E9A3-46C73C647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074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7B70-4286-2DFB-770E-FC6A59B5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Employee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AB7B9-8929-1538-6C84-49183F0A3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46D70-6031-A9B8-9108-BD7591D3A4B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ED047F-BC9F-401E-6A60-3278FCC7B54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C6ED16-9ECA-633F-576C-0605A786E0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LTM [M/YY] Employees by Function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A9C197-6E80-E10B-B216-518C599F9B2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2FA6E-0A29-29F3-B271-A2B9DD201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Historical Employee Retention Summary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C6F66D-98C8-25A4-DB49-FCD61AA04B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AA4A190-C0A8-D70E-C675-A20837DADC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Discussion &amp; Analysis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EB750DA-4C91-7768-AD9D-7B78591F0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452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7B70-4286-2DFB-770E-FC6A59B5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&amp; Facilities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AB7B9-8929-1538-6C84-49183F0A3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46D70-6031-A9B8-9108-BD7591D3A4B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ED047F-BC9F-401E-6A60-3278FCC7B54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C6ED16-9ECA-633F-576C-0605A786E0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LTM [M/YY] 4-Wall EBITDA by Facility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A9C197-6E80-E10B-B216-518C599F9B2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92FA6E-0A29-29F3-B271-A2B9DD201C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Historical Facility-Level Financial Performance Detail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C6F66D-98C8-25A4-DB49-FCD61AA04BE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AA4A190-C0A8-D70E-C675-A20837DADC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Discussion &amp; Analysis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242C078-1AFA-5EBE-F523-E9E1FBF18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149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6750-3C1B-C3CE-BB36-E0E273D8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F7078-5E50-F703-6979-259AA372E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34AE2-E874-6A77-CACF-8C2A07166ED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2C9E3-8797-9400-31BB-021A3818636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1990D9-8D2C-7A84-F7DB-528FDFBAA21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E76CF6-66D4-4B43-4AE9-C1DA3D6F9FF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B2DB94-02F3-5D33-E028-292A388291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TAM &amp; Forecasted Growth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7C612D-BF8B-8858-DC46-C2AA85840C3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Historical Industry Cyclicality Detail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D66A3E3-6007-FCB6-3138-F66E9C1EE8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Representative Competitors &amp; Market Share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0ABEF1F-D8E2-5E30-18FF-15FA98C74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3F81462-3C48-52D7-0A66-E6FF0EBD82A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</p:txBody>
      </p:sp>
    </p:spTree>
    <p:extLst>
      <p:ext uri="{BB962C8B-B14F-4D97-AF65-F5344CB8AC3E}">
        <p14:creationId xmlns:p14="http://schemas.microsoft.com/office/powerpoint/2010/main" val="2292505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 Highlights | Risks &amp; Mitigants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70120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161C-C7FC-186F-6D37-3D168443F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 Highlights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327279-4019-0B59-561D-A096CF22E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5C554-8EDC-6669-A2F4-5889EF515BE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C527B4-6613-9138-4B52-B8BD8402FAE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b="1" dirty="0"/>
              <a:t>[Highlight]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b="1" dirty="0"/>
              <a:t>[Highlight]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b="1" dirty="0"/>
              <a:t>[Highlight]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b="1" dirty="0"/>
              <a:t>[Highlight]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b="1" dirty="0"/>
              <a:t>[Highlight]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7DF05-3AA0-5651-EEF4-2D2CFAA19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634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161C-C7FC-186F-6D37-3D168443F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&amp; Mitigants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327279-4019-0B59-561D-A096CF22E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5C554-8EDC-6669-A2F4-5889EF515BE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C527B4-6613-9138-4B52-B8BD8402FAE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b="1" dirty="0"/>
              <a:t>[Risk]:</a:t>
            </a:r>
            <a:r>
              <a:rPr lang="en-US" dirty="0"/>
              <a:t> [X]</a:t>
            </a:r>
            <a:endParaRPr lang="en-US" b="1" dirty="0"/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endParaRPr lang="en-US" dirty="0"/>
          </a:p>
          <a:p>
            <a:r>
              <a:rPr lang="en-US" b="1" dirty="0"/>
              <a:t>[Risk]:</a:t>
            </a:r>
            <a:r>
              <a:rPr lang="en-US" dirty="0"/>
              <a:t> [X]</a:t>
            </a:r>
            <a:endParaRPr lang="en-US" b="1" dirty="0"/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endParaRPr lang="en-US" dirty="0"/>
          </a:p>
          <a:p>
            <a:r>
              <a:rPr lang="en-US" b="1" dirty="0"/>
              <a:t>[Risk]:</a:t>
            </a:r>
            <a:r>
              <a:rPr lang="en-US" dirty="0"/>
              <a:t> [X]</a:t>
            </a:r>
            <a:endParaRPr lang="en-US" b="1" dirty="0"/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endParaRPr lang="en-US" dirty="0"/>
          </a:p>
          <a:p>
            <a:r>
              <a:rPr lang="en-US" b="1" dirty="0"/>
              <a:t>[Risk]:</a:t>
            </a:r>
            <a:r>
              <a:rPr lang="en-US" dirty="0"/>
              <a:t> [X]</a:t>
            </a:r>
            <a:endParaRPr lang="en-US" b="1" dirty="0"/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endParaRPr lang="en-US" dirty="0"/>
          </a:p>
          <a:p>
            <a:r>
              <a:rPr lang="en-US" b="1" dirty="0"/>
              <a:t>[Risk]:</a:t>
            </a:r>
            <a:r>
              <a:rPr lang="en-US" dirty="0"/>
              <a:t> [X]</a:t>
            </a:r>
            <a:endParaRPr lang="en-US" b="1" dirty="0"/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i="1" u="sng" dirty="0"/>
              <a:t>[Mitigant]</a:t>
            </a:r>
            <a:r>
              <a:rPr lang="en-US" dirty="0"/>
              <a:t>: [X]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7A2F7-5039-8C24-7092-4225B6BE9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857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15365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1E06-FB42-B4E9-6386-F268A490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</p:spPr>
        <p:txBody>
          <a:bodyPr/>
          <a:lstStyle/>
          <a:p>
            <a:r>
              <a:rPr lang="en-US" dirty="0"/>
              <a:t>Financial Summary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8F1D4-B352-7DC5-968C-627F8DA3B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</p:spPr>
        <p:txBody>
          <a:bodyPr/>
          <a:lstStyle/>
          <a:p>
            <a:fld id="{14164AE4-CAFA-444C-8232-F77F098B0ED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5A8B21-7B18-462A-2E3E-8ACD1654E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</p:spPr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51813-282D-7B90-2449-463E8A6BB0B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</p:spPr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98A1238-7627-0961-446F-66A6AFB45F5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1A2011-7443-261A-1331-F1E420F44B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7160" y="639868"/>
            <a:ext cx="6126480" cy="228600"/>
          </a:xfrm>
        </p:spPr>
        <p:txBody>
          <a:bodyPr/>
          <a:lstStyle/>
          <a:p>
            <a:r>
              <a:rPr lang="en-US" dirty="0"/>
              <a:t>Historical Financial Performance Detail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7C95D43-43C6-7FFE-F362-4C956CD4C2A5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b="1" dirty="0"/>
              <a:t>Revenue:</a:t>
            </a:r>
            <a:r>
              <a:rPr lang="en-US" dirty="0"/>
              <a:t>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b="1" dirty="0"/>
              <a:t>Gross Profit:</a:t>
            </a:r>
            <a:r>
              <a:rPr lang="en-US" dirty="0"/>
              <a:t>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b="1" dirty="0"/>
              <a:t>CA EBITDA:</a:t>
            </a:r>
            <a:r>
              <a:rPr lang="en-US" dirty="0"/>
              <a:t>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b="1" dirty="0"/>
              <a:t>Capex:</a:t>
            </a:r>
            <a:r>
              <a:rPr lang="en-US" dirty="0"/>
              <a:t>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b="1" dirty="0"/>
              <a:t>NWC:</a:t>
            </a:r>
            <a:r>
              <a:rPr lang="en-US" dirty="0"/>
              <a:t> 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b="1" dirty="0"/>
              <a:t>Other / Misc.:</a:t>
            </a:r>
            <a:r>
              <a:rPr lang="en-US" dirty="0"/>
              <a:t> [X]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23F395-173C-9BE1-EDE0-4E107E5E91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1123" y="639868"/>
            <a:ext cx="2743200" cy="228600"/>
          </a:xfrm>
        </p:spPr>
        <p:txBody>
          <a:bodyPr/>
          <a:lstStyle/>
          <a:p>
            <a:r>
              <a:rPr lang="en-US" dirty="0"/>
              <a:t>Discussion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908967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1E06-FB42-B4E9-6386-F268A490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EBITDA Adjustment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5A8B21-7B18-462A-2E3E-8ACD1654E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51813-282D-7B90-2449-463E8A6BB0B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8EAAC7-45F7-1BF1-E2B8-ADDCE216F3B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1A2011-7443-261A-1331-F1E420F44B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EBITDA Adjustment Detail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5FA9E4-EFC8-E1C6-2F1F-C147EB13E91F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marL="228584" indent="-228584">
              <a:buFont typeface="+mj-lt"/>
              <a:buAutoNum type="arabicParenR"/>
            </a:pPr>
            <a:r>
              <a:rPr lang="en-US" b="1" dirty="0"/>
              <a:t>[Adjustment] ([+/-]$[X.X]MM):</a:t>
            </a:r>
            <a:r>
              <a:rPr lang="en-US" dirty="0"/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/>
              <a:t>[Adjustment] ([+/-]$[X.X]MM):</a:t>
            </a:r>
            <a:r>
              <a:rPr lang="en-US" dirty="0"/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/>
              <a:t>[Adjustment] ([+/-]$[X.X]MM):</a:t>
            </a:r>
            <a:r>
              <a:rPr lang="en-US" dirty="0"/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/>
              <a:t>[Adjustment] ([+/-]$[X.X]MM):</a:t>
            </a:r>
            <a:r>
              <a:rPr lang="en-US" dirty="0"/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/>
              <a:t>[Adjustment] ([+/-]$[X.X]MM):</a:t>
            </a:r>
            <a:r>
              <a:rPr lang="en-US" dirty="0"/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/>
              <a:t>[Adjustment] ([+/-]$[X.X]MM):</a:t>
            </a:r>
            <a:r>
              <a:rPr lang="en-US" dirty="0"/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/>
              <a:t>[Adjustment] ([+/-]$[X.X]MM):</a:t>
            </a:r>
            <a:r>
              <a:rPr lang="en-US" dirty="0"/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/>
              <a:t>[Adjustment] ([+/-]$[X.X]MM):</a:t>
            </a:r>
            <a:r>
              <a:rPr lang="en-US" dirty="0"/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/>
              <a:t>[Adjustment] ([+/-]$[X.X]MM):</a:t>
            </a:r>
            <a:r>
              <a:rPr lang="en-US" dirty="0"/>
              <a:t> [X]</a:t>
            </a:r>
          </a:p>
          <a:p>
            <a:pPr marL="228584" indent="-228584">
              <a:buFont typeface="+mj-lt"/>
              <a:buAutoNum type="arabicParenR"/>
            </a:pPr>
            <a:r>
              <a:rPr lang="en-US" b="1" dirty="0"/>
              <a:t>[Adjustment] ([+/-]$[X.X]MM):</a:t>
            </a:r>
            <a:r>
              <a:rPr lang="en-US" dirty="0"/>
              <a:t> [X]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23F395-173C-9BE1-EDE0-4E107E5E91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Discussion &amp; Analysis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B14F4-9CC9-4BEA-459F-943240F15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27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4B40A-40B1-4B91-BEB6-9492C14BA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NWC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95AEE-08E8-B14A-5968-20F503FC1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8EF90-E120-7E49-BCE8-0BDAB5ED354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BA14DA-6384-6FF5-59A9-1C2390A28BB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95DEF-AA8F-8F89-AE76-1004277C7F1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C90CB5-22E3-41E6-53A7-014409AB69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Historical NWC Summary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BBF98BA-2F68-3FCC-C491-4A0521BEEA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Historical NWC &amp; Cash Conversion Cycle Detail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FAE8A1-F49E-0788-F27D-F1216723C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55F7C79-86BF-086A-BFCC-EFE695A81DC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</p:txBody>
      </p:sp>
    </p:spTree>
    <p:extLst>
      <p:ext uri="{BB962C8B-B14F-4D97-AF65-F5344CB8AC3E}">
        <p14:creationId xmlns:p14="http://schemas.microsoft.com/office/powerpoint/2010/main" val="761969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544C-DFAD-6C2B-7BA5-8F641F3E3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36524"/>
            <a:ext cx="8917291" cy="457200"/>
          </a:xfrm>
        </p:spPr>
        <p:txBody>
          <a:bodyPr/>
          <a:lstStyle/>
          <a:p>
            <a:r>
              <a:rPr lang="en-US" dirty="0"/>
              <a:t>Seasonality Summary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A407525-16DD-8002-AF1E-891532DCB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8240" y="6630036"/>
            <a:ext cx="274320" cy="182880"/>
          </a:xfrm>
        </p:spPr>
        <p:txBody>
          <a:bodyPr/>
          <a:lstStyle/>
          <a:p>
            <a:fld id="{14164AE4-CAFA-444C-8232-F77F098B0ED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8BB64E-1EA6-72AD-B92A-57AA326CE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1920" y="6630036"/>
            <a:ext cx="1280160" cy="182880"/>
          </a:xfrm>
        </p:spPr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06F36-0724-4A46-7A08-FDF8998D458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7160" y="6218132"/>
            <a:ext cx="8915400" cy="365760"/>
          </a:xfrm>
        </p:spPr>
        <p:txBody>
          <a:bodyPr/>
          <a:lstStyle/>
          <a:p>
            <a:r>
              <a:rPr lang="en-US" dirty="0"/>
              <a:t>(1) For the purposes of the seasonality analysis, FCF defined as CA EBITDA – Capital Expenditures.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D61F934-48F1-7ED6-3831-D30142B6A69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dirty="0"/>
              <a:t>[X]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354306" lvl="1" indent="-171438"/>
            <a:r>
              <a:rPr lang="en-US" dirty="0"/>
              <a:t>[X]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C479BAC9-8F70-0706-8327-5CF23B71D9A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2539F5B-B2A9-BF6E-39EF-9BE30DF007A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6F141DD3-14AF-C860-ABCD-4FD29CA7473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7D4C23A5-0F4F-4DE9-BA4E-4F0D6A6ECE3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135C376-6420-2306-BAF6-8B2545885F4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27843" y="639868"/>
            <a:ext cx="3044952" cy="228600"/>
          </a:xfrm>
        </p:spPr>
        <p:txBody>
          <a:bodyPr/>
          <a:lstStyle/>
          <a:p>
            <a:r>
              <a:rPr lang="en-US" dirty="0"/>
              <a:t>Revenue Seasonality (% FYE Total)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557CA7-AA41-8308-EFEC-31F184ED66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27843" y="3429000"/>
            <a:ext cx="3044952" cy="228600"/>
          </a:xfrm>
        </p:spPr>
        <p:txBody>
          <a:bodyPr/>
          <a:lstStyle/>
          <a:p>
            <a:r>
              <a:rPr lang="en-US" dirty="0"/>
              <a:t>Capex Seasonality (% FYE Total)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6D612A-8E32-3566-F312-2A8141CDD1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09371" y="639868"/>
            <a:ext cx="3044952" cy="228600"/>
          </a:xfrm>
        </p:spPr>
        <p:txBody>
          <a:bodyPr/>
          <a:lstStyle/>
          <a:p>
            <a:r>
              <a:rPr lang="en-US" dirty="0"/>
              <a:t>CA EBITDA Seasonality (% FYE Total)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5C3F01C-7167-20C8-1848-D0083A0EB78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09371" y="3429000"/>
            <a:ext cx="3044952" cy="228600"/>
          </a:xfrm>
        </p:spPr>
        <p:txBody>
          <a:bodyPr/>
          <a:lstStyle/>
          <a:p>
            <a:r>
              <a:rPr lang="en-US" dirty="0"/>
              <a:t>FCF Seasonality (% FYE Total) (1)</a:t>
            </a:r>
          </a:p>
        </p:txBody>
      </p:sp>
    </p:spTree>
    <p:extLst>
      <p:ext uri="{BB962C8B-B14F-4D97-AF65-F5344CB8AC3E}">
        <p14:creationId xmlns:p14="http://schemas.microsoft.com/office/powerpoint/2010/main" val="4016041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9091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26D2-FA08-2790-A50E-AD76394C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25" y="136524"/>
            <a:ext cx="8917291" cy="457200"/>
          </a:xfrm>
        </p:spPr>
        <p:txBody>
          <a:bodyPr/>
          <a:lstStyle/>
          <a:p>
            <a:r>
              <a:rPr lang="en-US" dirty="0"/>
              <a:t>Projection Model Case Summaries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B0E24-A4CC-7BC5-B820-BE5208599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EEFD3-3D15-7021-37CF-5CCD3044029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CF1E09D-FB05-97DE-51FE-B7738270743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865352617"/>
              </p:ext>
            </p:extLst>
          </p:nvPr>
        </p:nvGraphicFramePr>
        <p:xfrm>
          <a:off x="136527" y="639764"/>
          <a:ext cx="8915620" cy="4026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36339512"/>
                    </a:ext>
                  </a:extLst>
                </a:gridCol>
                <a:gridCol w="2000305">
                  <a:extLst>
                    <a:ext uri="{9D8B030D-6E8A-4147-A177-3AD203B41FA5}">
                      <a16:colId xmlns:a16="http://schemas.microsoft.com/office/drawing/2014/main" val="3808777781"/>
                    </a:ext>
                  </a:extLst>
                </a:gridCol>
                <a:gridCol w="2000305">
                  <a:extLst>
                    <a:ext uri="{9D8B030D-6E8A-4147-A177-3AD203B41FA5}">
                      <a16:colId xmlns:a16="http://schemas.microsoft.com/office/drawing/2014/main" val="2363775375"/>
                    </a:ext>
                  </a:extLst>
                </a:gridCol>
                <a:gridCol w="2000305">
                  <a:extLst>
                    <a:ext uri="{9D8B030D-6E8A-4147-A177-3AD203B41FA5}">
                      <a16:colId xmlns:a16="http://schemas.microsoft.com/office/drawing/2014/main" val="4203099838"/>
                    </a:ext>
                  </a:extLst>
                </a:gridCol>
                <a:gridCol w="2000305">
                  <a:extLst>
                    <a:ext uri="{9D8B030D-6E8A-4147-A177-3AD203B41FA5}">
                      <a16:colId xmlns:a16="http://schemas.microsoft.com/office/drawing/2014/main" val="2823515368"/>
                    </a:ext>
                  </a:extLst>
                </a:gridCol>
              </a:tblGrid>
              <a:tr h="186405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Assumptions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[Sponsor / Mgmt.] Base Case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Overland Base Case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Overland Flat Case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Overland Downside Case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95643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Revenue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3984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Gross Profit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19933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CA EBITDA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95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Taxes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17341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NWC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35544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Capex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52122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800" b="1" dirty="0"/>
                        <a:t>Leverage &amp;</a:t>
                      </a:r>
                    </a:p>
                    <a:p>
                      <a:r>
                        <a:rPr lang="en-US" sz="800" b="1" dirty="0"/>
                        <a:t>Liquidity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Leverage: [X]</a:t>
                      </a:r>
                    </a:p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Liquidity: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Leverage: [X]</a:t>
                      </a:r>
                    </a:p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Liquidity: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Leverage: [X]</a:t>
                      </a:r>
                    </a:p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Liquidity: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Leverage: [X]</a:t>
                      </a:r>
                    </a:p>
                    <a:p>
                      <a:pPr marL="91440" indent="-9144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Liquidity: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919608"/>
                  </a:ext>
                </a:extLst>
              </a:tr>
            </a:tbl>
          </a:graphicData>
        </a:graphic>
      </p:graphicFrame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0FF2D73B-A05A-2D46-9157-ACBB6F8077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0169192"/>
              </p:ext>
            </p:extLst>
          </p:nvPr>
        </p:nvGraphicFramePr>
        <p:xfrm>
          <a:off x="136527" y="4747684"/>
          <a:ext cx="8915620" cy="13812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4036339512"/>
                    </a:ext>
                  </a:extLst>
                </a:gridCol>
                <a:gridCol w="1600244">
                  <a:extLst>
                    <a:ext uri="{9D8B030D-6E8A-4147-A177-3AD203B41FA5}">
                      <a16:colId xmlns:a16="http://schemas.microsoft.com/office/drawing/2014/main" val="3808777781"/>
                    </a:ext>
                  </a:extLst>
                </a:gridCol>
                <a:gridCol w="1600244">
                  <a:extLst>
                    <a:ext uri="{9D8B030D-6E8A-4147-A177-3AD203B41FA5}">
                      <a16:colId xmlns:a16="http://schemas.microsoft.com/office/drawing/2014/main" val="2363775375"/>
                    </a:ext>
                  </a:extLst>
                </a:gridCol>
                <a:gridCol w="1600244">
                  <a:extLst>
                    <a:ext uri="{9D8B030D-6E8A-4147-A177-3AD203B41FA5}">
                      <a16:colId xmlns:a16="http://schemas.microsoft.com/office/drawing/2014/main" val="775211743"/>
                    </a:ext>
                  </a:extLst>
                </a:gridCol>
                <a:gridCol w="1600244">
                  <a:extLst>
                    <a:ext uri="{9D8B030D-6E8A-4147-A177-3AD203B41FA5}">
                      <a16:colId xmlns:a16="http://schemas.microsoft.com/office/drawing/2014/main" val="2823515368"/>
                    </a:ext>
                  </a:extLst>
                </a:gridCol>
                <a:gridCol w="1600244">
                  <a:extLst>
                    <a:ext uri="{9D8B030D-6E8A-4147-A177-3AD203B41FA5}">
                      <a16:colId xmlns:a16="http://schemas.microsoft.com/office/drawing/2014/main" val="808374047"/>
                    </a:ext>
                  </a:extLst>
                </a:gridCol>
              </a:tblGrid>
              <a:tr h="186405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Case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Revenue CAGR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CA EBITDA CAGR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FY’[30]P EBITDA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Max Leverage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Min FCCR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95643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r>
                        <a:rPr lang="en-US" sz="800" b="1" dirty="0"/>
                        <a:t>[Mgmt.] Base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dirty="0"/>
                        <a:t>$[X.X]MM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dirty="0"/>
                        <a:t>([X.X]% margin)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 TNL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0398401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r>
                        <a:rPr lang="en-US" sz="800" b="1" dirty="0"/>
                        <a:t>OL Base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$[X.X]MM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([X.X]% margin)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3035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 TNL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4199335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r>
                        <a:rPr lang="en-US" sz="800" b="1" dirty="0"/>
                        <a:t>OL Flat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$[X.X]MM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([X.X]% margin)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3035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 TNL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677559"/>
                  </a:ext>
                </a:extLst>
              </a:tr>
              <a:tr h="298704">
                <a:tc>
                  <a:txBody>
                    <a:bodyPr/>
                    <a:lstStyle/>
                    <a:p>
                      <a:r>
                        <a:rPr lang="en-US" sz="800" b="1" dirty="0"/>
                        <a:t>OL Downside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[X.X]% CAGR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(LTM - ’[30]P)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$[X.X]MM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([X.X]% margin)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[X.XX]x TNL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(Closing)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[X.XX]x</a:t>
                      </a:r>
                    </a:p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(FY’[27]P)</a:t>
                      </a: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950001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3A903C-DB9B-7937-E829-7436A8ECB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03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6613-B60F-0DBF-0B63-810D468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[Sponsor / Mgmt.] Base Case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5FDFC-F989-16C5-713A-0FA1F44CB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F5A75-2BAD-7B11-F971-795E051CA9E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FBB643-129A-D250-CF6C-F2737BDEB3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76D4D-BF60-1568-67B4-FFDDA9F04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667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6613-B60F-0DBF-0B63-810D468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Overland Base Case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5FDFC-F989-16C5-713A-0FA1F44CB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F5A75-2BAD-7B11-F971-795E051CA9E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FBB643-129A-D250-CF6C-F2737BDEB3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F2560-0EEB-FE4E-2740-5CC870A73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101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6613-B60F-0DBF-0B63-810D468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Overland Flat Case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5FDFC-F989-16C5-713A-0FA1F44CB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F5A75-2BAD-7B11-F971-795E051CA9E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FBB643-129A-D250-CF6C-F2737BDEB3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01D18-6715-2527-32A4-5117EDDC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998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6613-B60F-0DBF-0B63-810D468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Overland Downside Case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5FDFC-F989-16C5-713A-0FA1F44CB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F5A75-2BAD-7B11-F971-795E051CA9E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FBB643-129A-D250-CF6C-F2737BDEB3F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82E5B-1F4C-C4C1-34F5-C4C07AC61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640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Way Out &amp; Distressed Sale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45582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E49B6-649E-360F-8DBE-B78CD811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Way Out &amp; Distressed Sale Value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DFB8D-54A0-70F6-C372-08FDE9145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D937D-A05C-1252-78DF-6FD2039664F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E2FFECA-89A2-2433-9E2C-68B7264C912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08394588"/>
              </p:ext>
            </p:extLst>
          </p:nvPr>
        </p:nvGraphicFramePr>
        <p:xfrm>
          <a:off x="2927352" y="868363"/>
          <a:ext cx="612775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9219">
                  <a:extLst>
                    <a:ext uri="{9D8B030D-6E8A-4147-A177-3AD203B41FA5}">
                      <a16:colId xmlns:a16="http://schemas.microsoft.com/office/drawing/2014/main" val="2159157355"/>
                    </a:ext>
                  </a:extLst>
                </a:gridCol>
                <a:gridCol w="1676177">
                  <a:extLst>
                    <a:ext uri="{9D8B030D-6E8A-4147-A177-3AD203B41FA5}">
                      <a16:colId xmlns:a16="http://schemas.microsoft.com/office/drawing/2014/main" val="52129144"/>
                    </a:ext>
                  </a:extLst>
                </a:gridCol>
                <a:gridCol w="1676177">
                  <a:extLst>
                    <a:ext uri="{9D8B030D-6E8A-4147-A177-3AD203B41FA5}">
                      <a16:colId xmlns:a16="http://schemas.microsoft.com/office/drawing/2014/main" val="3513693223"/>
                    </a:ext>
                  </a:extLst>
                </a:gridCol>
                <a:gridCol w="1676177">
                  <a:extLst>
                    <a:ext uri="{9D8B030D-6E8A-4147-A177-3AD203B41FA5}">
                      <a16:colId xmlns:a16="http://schemas.microsoft.com/office/drawing/2014/main" val="30375654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Buyer Groups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Representative Buyers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Buyer Rationale(s)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Valuation Metric(s)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269469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800" b="1" dirty="0"/>
                        <a:t>[Group]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-9144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-9144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-9144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3035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114487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800" b="1" dirty="0"/>
                        <a:t>[Group]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-9144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3035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-9144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-9144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931438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800" b="1" dirty="0"/>
                        <a:t>[Group]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-9144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3035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-9144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3035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marR="0" lvl="0" indent="-9144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5646463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D5AD61-9FAE-8976-663F-87F328803D4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3E15BE-F83E-C48B-2693-4FB35DCDF4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Representative Buyers, Acquisition Rationales, &amp; Valuation Metrics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C73B4E-7D1C-EFD8-6FF3-B9FDC10855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Distressed Sale Value Sensitivity Analysis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492B0A-6AF9-6DA5-BBA0-6AADDD705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A899063-9D32-71E1-4975-ECA8A48B305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 Deal Team believes that the Company could attract interest from [X], [X], and [X] buyers in a distressed sale scenario.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These buyer groups were historically acquisitive and would likely find value in acquiring the Company, even in a distressed scenario, given [rationale], [rationale], and [rationale] considerations.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Buyers would likely acquire the Company on a TEV / LTM EBITDA valuation basis.</a:t>
            </a:r>
          </a:p>
          <a:p>
            <a:endParaRPr lang="en-US" dirty="0"/>
          </a:p>
          <a:p>
            <a:r>
              <a:rPr lang="en-US" dirty="0"/>
              <a:t>The Deal Team believes that the Company should command a TEV / CA EBITDA valuation of ~[X.X]x.</a:t>
            </a:r>
          </a:p>
          <a:p>
            <a:pPr marL="171438" indent="-171438" algn="l">
              <a:buFont typeface="Arial" panose="020B0604020202020204" pitchFamily="34" charset="0"/>
              <a:buChar char="•"/>
            </a:pPr>
            <a:r>
              <a:rPr lang="en-US" dirty="0"/>
              <a:t>Public comparables currently trade at a median multiple of ~[X.X]x.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Recent precedent transactions commanded a [X.X]x median multiple.</a:t>
            </a:r>
          </a:p>
          <a:p>
            <a:pPr marL="171438" indent="-171438">
              <a:buFont typeface="Arial" panose="020B0604020202020204" pitchFamily="34" charset="0"/>
              <a:buChar char="•"/>
            </a:pPr>
            <a:r>
              <a:rPr lang="en-US" dirty="0"/>
              <a:t>[Other valuation metrics – e.g., Company’s historical add-on PPM’s, etc.]</a:t>
            </a:r>
          </a:p>
          <a:p>
            <a:endParaRPr lang="en-US" dirty="0"/>
          </a:p>
          <a:p>
            <a:r>
              <a:rPr lang="en-US" dirty="0"/>
              <a:t>Overland’s proposed investment remains fully covered at a ~[X.X]x multiple, except in the most draconian EBITDA decline scenarios.</a:t>
            </a:r>
          </a:p>
          <a:p>
            <a:endParaRPr lang="en-US" dirty="0"/>
          </a:p>
          <a:p>
            <a:r>
              <a:rPr lang="en-US" dirty="0"/>
              <a:t>The Deal Team is not aware of any credit-specific or structural considerations that would impede a distressed sale process.</a:t>
            </a:r>
          </a:p>
        </p:txBody>
      </p:sp>
    </p:spTree>
    <p:extLst>
      <p:ext uri="{BB962C8B-B14F-4D97-AF65-F5344CB8AC3E}">
        <p14:creationId xmlns:p14="http://schemas.microsoft.com/office/powerpoint/2010/main" val="1915519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7397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41CB3-507F-7B6E-0A2A-76B7AB51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4D982F-1FAE-EF90-8F5D-C181CD236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351F9A-CAD9-DEE9-D86A-80B59027C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471CD6-1C02-9B07-54D7-E09F0F16995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C48D03-F0D0-D33A-3388-5CB1259979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[Company Name] Management Team Biographies</a:t>
            </a:r>
          </a:p>
        </p:txBody>
      </p:sp>
      <p:graphicFrame>
        <p:nvGraphicFramePr>
          <p:cNvPr id="8" name="Content Placeholder 9">
            <a:extLst>
              <a:ext uri="{FF2B5EF4-FFF2-40B4-BE49-F238E27FC236}">
                <a16:creationId xmlns:a16="http://schemas.microsoft.com/office/drawing/2014/main" id="{657CDAD2-A9BB-C82C-5BE9-694835ACDC21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672007061"/>
              </p:ext>
            </p:extLst>
          </p:nvPr>
        </p:nvGraphicFramePr>
        <p:xfrm>
          <a:off x="136525" y="868363"/>
          <a:ext cx="8915400" cy="530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9278">
                  <a:extLst>
                    <a:ext uri="{9D8B030D-6E8A-4147-A177-3AD203B41FA5}">
                      <a16:colId xmlns:a16="http://schemas.microsoft.com/office/drawing/2014/main" val="2159157355"/>
                    </a:ext>
                  </a:extLst>
                </a:gridCol>
                <a:gridCol w="7316122">
                  <a:extLst>
                    <a:ext uri="{9D8B030D-6E8A-4147-A177-3AD203B41FA5}">
                      <a16:colId xmlns:a16="http://schemas.microsoft.com/office/drawing/2014/main" val="5212914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Executive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Prior Experience &amp; Education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26946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800" b="1" dirty="0"/>
                        <a:t>[Name]</a:t>
                      </a:r>
                    </a:p>
                    <a:p>
                      <a:r>
                        <a:rPr lang="en-US" sz="800" b="0" i="1" dirty="0"/>
                        <a:t>(Title)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Experience: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Education: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11448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800" b="1" dirty="0"/>
                        <a:t>[Name]</a:t>
                      </a:r>
                    </a:p>
                    <a:p>
                      <a:r>
                        <a:rPr lang="en-US" sz="800" b="0" i="1" dirty="0"/>
                        <a:t>(Title)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Experience: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Education: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1948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(Title)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Experience: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Education: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93143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800" b="1" dirty="0"/>
                        <a:t>[Name]</a:t>
                      </a:r>
                    </a:p>
                    <a:p>
                      <a:r>
                        <a:rPr lang="en-US" sz="800" b="0" i="1" dirty="0"/>
                        <a:t>(Title)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Experience: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Education: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25329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(Title)</a:t>
                      </a:r>
                      <a:endParaRPr kumimoji="0" lang="en-US" sz="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3035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Experience: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Education: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564646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(Title)</a:t>
                      </a:r>
                      <a:endParaRPr kumimoji="0" lang="en-US" sz="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E3035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Experience: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Education: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9724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[Name]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(Title)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Experience: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  <a:p>
                      <a:pPr marL="137160" marR="0" lvl="0" indent="-13716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Education:</a:t>
                      </a: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241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9474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Diligence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255587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C59D-7BF9-26BC-0AE0-4664ED9C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Third-Party &amp; Overland ESG Diligence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ABD9B-9544-D303-C646-2E89E5114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6B372-6E67-1FED-1AFE-315E5950F09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59F4F39-8EAD-5EE5-2FEB-8F4BA67AB01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608094021"/>
              </p:ext>
            </p:extLst>
          </p:nvPr>
        </p:nvGraphicFramePr>
        <p:xfrm>
          <a:off x="136525" y="868363"/>
          <a:ext cx="8915401" cy="2487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8296">
                  <a:extLst>
                    <a:ext uri="{9D8B030D-6E8A-4147-A177-3AD203B41FA5}">
                      <a16:colId xmlns:a16="http://schemas.microsoft.com/office/drawing/2014/main" val="2383482582"/>
                    </a:ext>
                  </a:extLst>
                </a:gridCol>
                <a:gridCol w="1929063">
                  <a:extLst>
                    <a:ext uri="{9D8B030D-6E8A-4147-A177-3AD203B41FA5}">
                      <a16:colId xmlns:a16="http://schemas.microsoft.com/office/drawing/2014/main" val="4069227261"/>
                    </a:ext>
                  </a:extLst>
                </a:gridCol>
                <a:gridCol w="1929063">
                  <a:extLst>
                    <a:ext uri="{9D8B030D-6E8A-4147-A177-3AD203B41FA5}">
                      <a16:colId xmlns:a16="http://schemas.microsoft.com/office/drawing/2014/main" val="314080247"/>
                    </a:ext>
                  </a:extLst>
                </a:gridCol>
                <a:gridCol w="4118979">
                  <a:extLst>
                    <a:ext uri="{9D8B030D-6E8A-4147-A177-3AD203B41FA5}">
                      <a16:colId xmlns:a16="http://schemas.microsoft.com/office/drawing/2014/main" val="106550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Third-Party Report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Vendor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Material Findings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53652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Quality of Earnings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81652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Market Study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90553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Tax &amp; Accounting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6479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Legal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31432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Operations &amp; IT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96996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HR, Benefits, &amp; Insurance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96172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en-US" sz="800" b="1" dirty="0"/>
                        <a:t>ESG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[X]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[X]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Buyside: [Received / Pending / n/a]</a:t>
                      </a:r>
                    </a:p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Sellside: [Received / Pending / 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[n/a]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917428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AE68EB-3B2B-0D54-ADAD-7D9C618CA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Third-Party Diligence Report Summary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38E966-1A0B-CF5C-FF62-106373C8C2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Overland ESG Diligence Summary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13059-BF63-2653-3369-5A4009278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11" name="Content Placeholder 9">
            <a:extLst>
              <a:ext uri="{FF2B5EF4-FFF2-40B4-BE49-F238E27FC236}">
                <a16:creationId xmlns:a16="http://schemas.microsoft.com/office/drawing/2014/main" id="{67EE8CF6-96E2-0B86-DFED-BB8981B02BC2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601461776"/>
              </p:ext>
            </p:extLst>
          </p:nvPr>
        </p:nvGraphicFramePr>
        <p:xfrm>
          <a:off x="136525" y="3657600"/>
          <a:ext cx="8915401" cy="25054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8296">
                  <a:extLst>
                    <a:ext uri="{9D8B030D-6E8A-4147-A177-3AD203B41FA5}">
                      <a16:colId xmlns:a16="http://schemas.microsoft.com/office/drawing/2014/main" val="2383482582"/>
                    </a:ext>
                  </a:extLst>
                </a:gridCol>
                <a:gridCol w="938463">
                  <a:extLst>
                    <a:ext uri="{9D8B030D-6E8A-4147-A177-3AD203B41FA5}">
                      <a16:colId xmlns:a16="http://schemas.microsoft.com/office/drawing/2014/main" val="4069227261"/>
                    </a:ext>
                  </a:extLst>
                </a:gridCol>
                <a:gridCol w="3519321">
                  <a:extLst>
                    <a:ext uri="{9D8B030D-6E8A-4147-A177-3AD203B41FA5}">
                      <a16:colId xmlns:a16="http://schemas.microsoft.com/office/drawing/2014/main" val="314080247"/>
                    </a:ext>
                  </a:extLst>
                </a:gridCol>
                <a:gridCol w="3519321">
                  <a:extLst>
                    <a:ext uri="{9D8B030D-6E8A-4147-A177-3AD203B41FA5}">
                      <a16:colId xmlns:a16="http://schemas.microsoft.com/office/drawing/2014/main" val="106550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Metrics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Discussion &amp; Analysis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53652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lang="en-US" sz="800" b="1" dirty="0" err="1"/>
                        <a:t>RepRisk</a:t>
                      </a:r>
                      <a:r>
                        <a:rPr lang="en-US" sz="800" b="1" dirty="0"/>
                        <a:t> Score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[X]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81652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lang="en-US" sz="800" b="1" dirty="0"/>
                        <a:t>Sustainalytics Score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[X]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90553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r>
                        <a:rPr lang="en-US" sz="800" b="1" dirty="0"/>
                        <a:t>Other ESG Diligence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[X]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647904"/>
                  </a:ext>
                </a:extLst>
              </a:tr>
              <a:tr h="237744">
                <a:tc rowSpan="2">
                  <a:txBody>
                    <a:bodyPr/>
                    <a:lstStyle/>
                    <a:p>
                      <a:r>
                        <a:rPr lang="en-US" sz="800" b="1" dirty="0"/>
                        <a:t>CBP ESG Framework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1" dirty="0"/>
                        <a:t>ESG Sector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[X]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314322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en-US" sz="800" b="1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1" dirty="0"/>
                        <a:t>Diligence Summary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/>
                        <a:t>[X]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91440" indent="-9144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969962"/>
                  </a:ext>
                </a:extLst>
              </a:tr>
              <a:tr h="182880">
                <a:tc rowSpan="5">
                  <a:txBody>
                    <a:bodyPr/>
                    <a:lstStyle/>
                    <a:p>
                      <a:r>
                        <a:rPr lang="en-US" sz="800" b="1" dirty="0"/>
                        <a:t>Minority, Women, or Veteran Controlled Borrowers</a:t>
                      </a:r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800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1" dirty="0"/>
                        <a:t>Board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1" dirty="0"/>
                        <a:t>C-Suite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961724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en-US" sz="800" b="1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1" dirty="0"/>
                        <a:t>Women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917428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en-US" sz="800" b="1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1" dirty="0"/>
                        <a:t>Minority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34016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en-US" sz="800" b="1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1" dirty="0"/>
                        <a:t>Veterans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209563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endParaRPr lang="en-US" sz="800" b="1" dirty="0"/>
                    </a:p>
                  </a:txBody>
                  <a:tcPr marL="27432" marR="27432" marT="27432" marB="27432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1" dirty="0"/>
                        <a:t>Total Executives</a:t>
                      </a: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b="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E3035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[X]</a:t>
                      </a:r>
                      <a:endParaRPr lang="en-US" sz="800" b="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562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3098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684A-FDCB-E750-A9CB-6D14D966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Expert Call Summaries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FA2A02-1470-FDD6-6E50-FA9F05C8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16690-9CA1-C3D9-4654-3FC88B086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80FF02-BC94-FC18-6A31-9BDEC56B74D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54E4D6-D8EB-E899-4999-D887D38F7E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[Expert Name] ([Title])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003F31-E366-4B02-CDC1-BBAAD133D6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[Expert Name] ([Title])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F1D28B-FE5C-52AB-0F58-4BC064FCFEE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rIns="91440"/>
          <a:lstStyle/>
          <a:p>
            <a:r>
              <a:rPr lang="en-US" b="1" dirty="0"/>
              <a:t>Executive Biography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b="1" dirty="0"/>
              <a:t>Key Diligence Takeaways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[X]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[X]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[X]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[X]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[X]</a:t>
            </a:r>
            <a:r>
              <a:rPr lang="en-US" dirty="0"/>
              <a:t>: [X]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2D0F8E4-38EC-B6FC-1992-4E3C35EABD2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rIns="91440"/>
          <a:lstStyle/>
          <a:p>
            <a:r>
              <a:rPr lang="en-US" b="1" dirty="0"/>
              <a:t>Executive Biography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[X]</a:t>
            </a:r>
          </a:p>
          <a:p>
            <a:endParaRPr lang="en-US" dirty="0"/>
          </a:p>
          <a:p>
            <a:r>
              <a:rPr lang="en-US" b="1" dirty="0"/>
              <a:t>Key Diligence Takeaways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[X]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[X]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[X]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[X]</a:t>
            </a:r>
            <a:r>
              <a:rPr lang="en-US" dirty="0"/>
              <a:t>: [X]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i="1" u="sng" dirty="0"/>
              <a:t>[X]</a:t>
            </a:r>
            <a:r>
              <a:rPr lang="en-US" dirty="0"/>
              <a:t>: [X]</a:t>
            </a:r>
          </a:p>
        </p:txBody>
      </p:sp>
    </p:spTree>
    <p:extLst>
      <p:ext uri="{BB962C8B-B14F-4D97-AF65-F5344CB8AC3E}">
        <p14:creationId xmlns:p14="http://schemas.microsoft.com/office/powerpoint/2010/main" val="19792082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838855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Public Comparables &amp; Precedent Transactions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2831617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FACFB-18C5-03B9-E5E5-B120D79A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Comparables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18BA24-DF2E-58B2-C26A-D8AF5D802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AC0E1-63FF-1C52-6737-821D87118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387F8F-586B-2199-F17F-4E0C14C8520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B033D-52A1-948D-E12A-EFBCA3076BE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8B0386-2954-A76C-FC8E-393F8AE0628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ABA55A-05EF-1B6A-A0DC-791700012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Historical TEV / EBITDA Trading Multiples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36F10FE-5E20-027E-460E-D2FF7A73BB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Public Comparables Summary</a:t>
            </a:r>
          </a:p>
        </p:txBody>
      </p:sp>
    </p:spTree>
    <p:extLst>
      <p:ext uri="{BB962C8B-B14F-4D97-AF65-F5344CB8AC3E}">
        <p14:creationId xmlns:p14="http://schemas.microsoft.com/office/powerpoint/2010/main" val="2278060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F812-6013-B8E4-97C6-7DF862F7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Precedent Transactions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55EFC8-4245-89FB-F210-4ECE62D12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4164AE4-CAFA-444C-8232-F77F098B0ED7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C339C-E34D-0755-07A6-59AA46732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Trade Secret &amp; Strictly Confidential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D89F3E-1D1C-5696-3FCB-B1C1D498366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Note: [X]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68222-BB36-076F-0AD7-DDE114C0FC7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819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3200400"/>
            <a:ext cx="7344294" cy="457200"/>
          </a:xfrm>
        </p:spPr>
        <p:txBody>
          <a:bodyPr/>
          <a:lstStyle/>
          <a:p>
            <a:r>
              <a:rPr lang="en-US" dirty="0"/>
              <a:t>[Other Appendices]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43799" y="3200400"/>
            <a:ext cx="685800" cy="457200"/>
          </a:xfrm>
        </p:spPr>
        <p:txBody>
          <a:bodyPr/>
          <a:lstStyle/>
          <a:p>
            <a:pPr algn="ctr"/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15577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F50B0-6009-4A8F-2C13-0C0D73EE1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3200400"/>
            <a:ext cx="7344294" cy="457200"/>
          </a:xfrm>
        </p:spPr>
        <p:txBody>
          <a:bodyPr/>
          <a:lstStyle/>
          <a:p>
            <a:r>
              <a:rPr lang="en-US" dirty="0"/>
              <a:t>Prior </a:t>
            </a:r>
            <a:r>
              <a:rPr lang="en-US"/>
              <a:t>IC Memos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62F90-5E8F-9E03-1849-60F99731E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43799" y="3200400"/>
            <a:ext cx="685800" cy="457200"/>
          </a:xfrm>
        </p:spPr>
        <p:txBody>
          <a:bodyPr/>
          <a:lstStyle/>
          <a:p>
            <a:pPr algn="ctr"/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14434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verland">
      <a:dk1>
        <a:srgbClr val="2E3035"/>
      </a:dk1>
      <a:lt1>
        <a:srgbClr val="FFFFFF"/>
      </a:lt1>
      <a:dk2>
        <a:srgbClr val="00453F"/>
      </a:dk2>
      <a:lt2>
        <a:srgbClr val="F3F3F3"/>
      </a:lt2>
      <a:accent1>
        <a:srgbClr val="49839F"/>
      </a:accent1>
      <a:accent2>
        <a:srgbClr val="1C4A68"/>
      </a:accent2>
      <a:accent3>
        <a:srgbClr val="C5D097"/>
      </a:accent3>
      <a:accent4>
        <a:srgbClr val="328F85"/>
      </a:accent4>
      <a:accent5>
        <a:srgbClr val="9098A4"/>
      </a:accent5>
      <a:accent6>
        <a:srgbClr val="5D616C"/>
      </a:accent6>
      <a:hlink>
        <a:srgbClr val="49839F"/>
      </a:hlink>
      <a:folHlink>
        <a:srgbClr val="328F8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D5D7B6EDD6B944996098F92CD81FE4" ma:contentTypeVersion="19" ma:contentTypeDescription="Create a new document." ma:contentTypeScope="" ma:versionID="841ebe45a083ffa7270dd5f003936ad7">
  <xsd:schema xmlns:xsd="http://www.w3.org/2001/XMLSchema" xmlns:xs="http://www.w3.org/2001/XMLSchema" xmlns:p="http://schemas.microsoft.com/office/2006/metadata/properties" xmlns:ns2="dc6d7f3b-2388-4907-95e9-67fe6707918b" xmlns:ns3="5adca3f6-50e5-45d3-816d-7d8e2e1aafa3" targetNamespace="http://schemas.microsoft.com/office/2006/metadata/properties" ma:root="true" ma:fieldsID="2203c323c46c822c428ea5860e61b1b1" ns2:_="" ns3:_="">
    <xsd:import namespace="dc6d7f3b-2388-4907-95e9-67fe6707918b"/>
    <xsd:import namespace="5adca3f6-50e5-45d3-816d-7d8e2e1aaf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oanXID" minOccurs="0"/>
                <xsd:element ref="ns2:BBGID" minOccurs="0"/>
                <xsd:element ref="ns2:OtherName" minOccurs="0"/>
                <xsd:element ref="ns2:Analyst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6d7f3b-2388-4907-95e9-67fe67079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oanXID" ma:index="14" nillable="true" ma:displayName="LoanXID" ma:format="Dropdown" ma:internalName="LoanXID">
      <xsd:simpleType>
        <xsd:restriction base="dms:Text">
          <xsd:maxLength value="255"/>
        </xsd:restriction>
      </xsd:simpleType>
    </xsd:element>
    <xsd:element name="BBGID" ma:index="15" nillable="true" ma:displayName="BBG ID" ma:format="Dropdown" ma:internalName="BBGID">
      <xsd:simpleType>
        <xsd:restriction base="dms:Text">
          <xsd:maxLength value="255"/>
        </xsd:restriction>
      </xsd:simpleType>
    </xsd:element>
    <xsd:element name="OtherName" ma:index="16" nillable="true" ma:displayName="Other Name" ma:format="Dropdown" ma:internalName="OtherName">
      <xsd:simpleType>
        <xsd:restriction base="dms:Text">
          <xsd:maxLength value="255"/>
        </xsd:restriction>
      </xsd:simpleType>
    </xsd:element>
    <xsd:element name="Analyst" ma:index="17" nillable="true" ma:displayName="Analyst" ma:format="Dropdown" ma:list="UserInfo" ma:SharePointGroup="0" ma:internalName="Analyst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79f4741-edd0-46e2-ac4d-1126041b5b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ca3f6-50e5-45d3-816d-7d8e2e1aafa3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746f4493-59bb-4c92-aa70-2de8333e7a5a}" ma:internalName="TaxCatchAll" ma:showField="CatchAllData" ma:web="5adca3f6-50e5-45d3-816d-7d8e2e1aaf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BBSettings xmlns="http://schemas.bloomberg.com/settings/1.0">
  <Item name="DocumentId_Charts">{0C8D38E9-9E7C-4B39-B781-AEDE039A821B}</Item>
  <Item xmlns="" name="ShapesMap_Charts">{"{0C8D38E9-9E7C-4B39-B781-AEDE039A821B}":{"258":{},"259":{},"261":{},"271":{},"272":{},"273":{},"275":{},"276":{},"277":{},"278":{},"280":{},"281":{},"284":{},"285":{},"286":{},"288":{},"290":{},"291":{},"292":{},"293":{},"294":{},"295":{},"298":{},"299":{},"300":{},"301":{},"302":{},"303":{},"304":{},"306":{},"309":{},"311":{},"312":{},"313":{},"314":{},"315":{},"316":{},"317":{},"318":{},"319":{},"320":{},"321":{},"322":{}}}</Item>
</BBSetting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BGID xmlns="dc6d7f3b-2388-4907-95e9-67fe6707918b" xsi:nil="true"/>
    <Analyst xmlns="dc6d7f3b-2388-4907-95e9-67fe6707918b">
      <UserInfo>
        <DisplayName/>
        <AccountId xsi:nil="true"/>
        <AccountType/>
      </UserInfo>
    </Analyst>
    <OtherName xmlns="dc6d7f3b-2388-4907-95e9-67fe6707918b" xsi:nil="true"/>
    <TaxCatchAll xmlns="5adca3f6-50e5-45d3-816d-7d8e2e1aafa3" xsi:nil="true"/>
    <lcf76f155ced4ddcb4097134ff3c332f xmlns="dc6d7f3b-2388-4907-95e9-67fe6707918b">
      <Terms xmlns="http://schemas.microsoft.com/office/infopath/2007/PartnerControls"/>
    </lcf76f155ced4ddcb4097134ff3c332f>
    <LoanXID xmlns="dc6d7f3b-2388-4907-95e9-67fe6707918b" xsi:nil="true"/>
  </documentManagement>
</p:properties>
</file>

<file path=customXml/itemProps1.xml><?xml version="1.0" encoding="utf-8"?>
<ds:datastoreItem xmlns:ds="http://schemas.openxmlformats.org/officeDocument/2006/customXml" ds:itemID="{240FD5C1-FF5B-452F-8ACA-0F693BC5217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c6d7f3b-2388-4907-95e9-67fe6707918b"/>
    <ds:schemaRef ds:uri="5adca3f6-50e5-45d3-816d-7d8e2e1aafa3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04A990-30DD-4C09-82F2-83B94FEB77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BBF83F-1AC5-4CE1-84DE-3901016CF1A5}">
  <ds:schemaRefs>
    <ds:schemaRef ds:uri="http://schemas.bloomberg.com/settings/1.0"/>
    <ds:schemaRef ds:uri=""/>
  </ds:schemaRefs>
</ds:datastoreItem>
</file>

<file path=customXml/itemProps4.xml><?xml version="1.0" encoding="utf-8"?>
<ds:datastoreItem xmlns:ds="http://schemas.openxmlformats.org/officeDocument/2006/customXml" ds:itemID="{EFAA107E-2269-48DD-A906-07361A75AEA6}">
  <ds:schemaRefs>
    <ds:schemaRef ds:uri="http://schemas.microsoft.com/office/2006/metadata/properties"/>
    <ds:schemaRef ds:uri="http://www.w3.org/2000/xmlns/"/>
    <ds:schemaRef ds:uri="dc6d7f3b-2388-4907-95e9-67fe6707918b"/>
    <ds:schemaRef ds:uri="http://www.w3.org/2001/XMLSchema-instance"/>
    <ds:schemaRef ds:uri="5adca3f6-50e5-45d3-816d-7d8e2e1aafa3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496</TotalTime>
  <Words>4152</Words>
  <Application>Microsoft Office PowerPoint</Application>
  <PresentationFormat>On-screen Show (4:3)</PresentationFormat>
  <Paragraphs>783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Aptos</vt:lpstr>
      <vt:lpstr>Arial</vt:lpstr>
      <vt:lpstr>Calibri</vt:lpstr>
      <vt:lpstr>Office Theme</vt:lpstr>
      <vt:lpstr>[Company Name] Overland IC Screening Memo [Month D, YYYY] Deal Team: [F., Last], [F., Last], [F., Last]</vt:lpstr>
      <vt:lpstr>Table of Contents</vt:lpstr>
      <vt:lpstr>Executive Summary</vt:lpstr>
      <vt:lpstr>Executive Summary</vt:lpstr>
      <vt:lpstr>Transaction Overview (1/2)</vt:lpstr>
      <vt:lpstr>Transaction Overview (2/2)</vt:lpstr>
      <vt:lpstr>IC Feedback Request</vt:lpstr>
      <vt:lpstr>Deal Team Initial Diligence &amp; Focus Areas</vt:lpstr>
      <vt:lpstr>Company &amp; Industry Overview</vt:lpstr>
      <vt:lpstr>Company Overview</vt:lpstr>
      <vt:lpstr>Product &amp; Services Overview</vt:lpstr>
      <vt:lpstr>Customer Overview</vt:lpstr>
      <vt:lpstr>Supplier &amp; Raw Material Overview</vt:lpstr>
      <vt:lpstr>Employee Overview</vt:lpstr>
      <vt:lpstr>Operations &amp; Facilities Overview</vt:lpstr>
      <vt:lpstr>Industry Overview</vt:lpstr>
      <vt:lpstr>Investment Highlights | Risks &amp; Mitigants</vt:lpstr>
      <vt:lpstr>Investment Highlights</vt:lpstr>
      <vt:lpstr>Risks &amp; Mitigants</vt:lpstr>
      <vt:lpstr>Financial Summary</vt:lpstr>
      <vt:lpstr>Financial Summary</vt:lpstr>
      <vt:lpstr>EBITDA Adjustment Summary</vt:lpstr>
      <vt:lpstr>NWC Summary</vt:lpstr>
      <vt:lpstr>Seasonality Summary</vt:lpstr>
      <vt:lpstr>Projection Models</vt:lpstr>
      <vt:lpstr>Projection Model Case Summaries</vt:lpstr>
      <vt:lpstr>[Sponsor / Mgmt.] Base Case</vt:lpstr>
      <vt:lpstr>Overland Base Case</vt:lpstr>
      <vt:lpstr>Overland Flat Case</vt:lpstr>
      <vt:lpstr>Overland Downside Case</vt:lpstr>
      <vt:lpstr>Second Way Out &amp; Distressed Sale Value</vt:lpstr>
      <vt:lpstr>Second Way Out &amp; Distressed Sale Value</vt:lpstr>
      <vt:lpstr>Management Overview</vt:lpstr>
      <vt:lpstr>Management Overview</vt:lpstr>
      <vt:lpstr>Diligence Summary</vt:lpstr>
      <vt:lpstr>Third-Party &amp; Overland ESG Diligence Summary</vt:lpstr>
      <vt:lpstr>Expert Call Summaries</vt:lpstr>
      <vt:lpstr>Appendices</vt:lpstr>
      <vt:lpstr>Public Comparables &amp; Precedent Transactions</vt:lpstr>
      <vt:lpstr>Public Comparables</vt:lpstr>
      <vt:lpstr>Precedent Transactions</vt:lpstr>
      <vt:lpstr>[Other Appendices]</vt:lpstr>
      <vt:lpstr>Prior IC Memos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[Company Name] Overland IC Screening Memo [Month D, YYYY]  Deal Team: [F., Last], [F., Last], [F., Last]</dc:title>
  <dc:creator>Jamie Anderson</dc:creator>
  <cp:lastModifiedBy>Jamie Anderson</cp:lastModifiedBy>
  <cp:revision>3</cp:revision>
  <cp:lastPrinted>2024-10-29T21:57:58Z</cp:lastPrinted>
  <dcterms:created xsi:type="dcterms:W3CDTF">2024-10-29T14:09:39Z</dcterms:created>
  <dcterms:modified xsi:type="dcterms:W3CDTF">2025-05-15T18:01:46Z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0x0101000CD5D7B6EDD6B944996098F92CD81FE4</vt:lpwstr>
  </property>
  <property fmtid="{D5CDD505-2E9C-101B-9397-08002B2CF9AE}" pid="3" name="MediaServiceImageTags">
    <vt:lpwstr/>
  </property>
</Properties>
</file>